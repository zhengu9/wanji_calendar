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8" r:id="rId3"/>
  </p:sldMasterIdLst>
  <p:sldIdLst>
    <p:sldId id="273" r:id="rId4"/>
    <p:sldId id="274" r:id="rId5"/>
    <p:sldId id="290" r:id="rId6"/>
    <p:sldId id="291" r:id="rId7"/>
    <p:sldId id="276" r:id="rId8"/>
    <p:sldId id="277" r:id="rId9"/>
    <p:sldId id="278" r:id="rId10"/>
    <p:sldId id="288" r:id="rId11"/>
    <p:sldId id="279" r:id="rId12"/>
    <p:sldId id="280" r:id="rId13"/>
    <p:sldId id="281" r:id="rId14"/>
    <p:sldId id="282" r:id="rId15"/>
    <p:sldId id="283" r:id="rId16"/>
    <p:sldId id="284" r:id="rId17"/>
    <p:sldId id="286" r:id="rId18"/>
    <p:sldId id="287" r:id="rId19"/>
    <p:sldId id="285" r:id="rId20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0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9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1E8361-0EA3-4AF1-89C3-75A30739216D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AE9C3E0-DBB3-447A-B0D0-028CFFBE46AA}">
      <dgm:prSet phldrT="[文本]"/>
      <dgm:spPr/>
      <dgm:t>
        <a:bodyPr/>
        <a:lstStyle/>
        <a:p>
          <a:r>
            <a:rPr lang="zh-CN" altLang="en-US" dirty="0"/>
            <a:t>目标一</a:t>
          </a:r>
          <a:endParaRPr lang="en-US" dirty="0"/>
        </a:p>
      </dgm:t>
    </dgm:pt>
    <dgm:pt modelId="{72AAA11F-38E3-4140-8D2D-6635ED040BEE}" cxnId="{39C8E9F0-00B3-489D-8511-F52EF7BFFA4E}" type="parTrans">
      <dgm:prSet/>
      <dgm:spPr/>
      <dgm:t>
        <a:bodyPr/>
        <a:lstStyle/>
        <a:p>
          <a:endParaRPr lang="en-US"/>
        </a:p>
      </dgm:t>
    </dgm:pt>
    <dgm:pt modelId="{8FC7300D-1055-44A2-9D9D-139E57DEDB5E}" cxnId="{39C8E9F0-00B3-489D-8511-F52EF7BFFA4E}" type="sibTrans">
      <dgm:prSet/>
      <dgm:spPr/>
      <dgm:t>
        <a:bodyPr/>
        <a:lstStyle/>
        <a:p>
          <a:endParaRPr lang="en-US"/>
        </a:p>
      </dgm:t>
    </dgm:pt>
    <dgm:pt modelId="{857FA397-DEC7-427F-BC3E-2A9BD6722247}">
      <dgm:prSet phldrT="[文本]"/>
      <dgm:spPr/>
      <dgm:t>
        <a:bodyPr/>
        <a:lstStyle/>
        <a:p>
          <a:pPr marL="0" indent="0">
            <a:spcAft>
              <a:spcPct val="15000"/>
            </a:spcAft>
            <a:buNone/>
          </a:pPr>
          <a:r>
            <a:rPr lang="zh-CN" altLang="en-US" b="1" dirty="0"/>
            <a:t>熟悉</a:t>
          </a:r>
          <a:endParaRPr lang="en-US" b="1" dirty="0"/>
        </a:p>
      </dgm:t>
    </dgm:pt>
    <dgm:pt modelId="{06B85EC8-846D-41CB-8FFD-7AE437A5AABA}" cxnId="{8B6A60B1-8BE8-4D6E-B817-8942C7A31EC2}" type="parTrans">
      <dgm:prSet/>
      <dgm:spPr/>
      <dgm:t>
        <a:bodyPr/>
        <a:lstStyle/>
        <a:p>
          <a:endParaRPr lang="en-US"/>
        </a:p>
      </dgm:t>
    </dgm:pt>
    <dgm:pt modelId="{AFB9C319-1EFF-4169-ACAB-59170729C888}" cxnId="{8B6A60B1-8BE8-4D6E-B817-8942C7A31EC2}" type="sibTrans">
      <dgm:prSet/>
      <dgm:spPr/>
      <dgm:t>
        <a:bodyPr/>
        <a:lstStyle/>
        <a:p>
          <a:endParaRPr lang="en-US"/>
        </a:p>
      </dgm:t>
    </dgm:pt>
    <dgm:pt modelId="{299E4977-9794-460F-9502-62A0269AA172}">
      <dgm:prSet phldrT="[文本]"/>
      <dgm:spPr/>
      <dgm:t>
        <a:bodyPr/>
        <a:lstStyle/>
        <a:p>
          <a:r>
            <a:rPr lang="zh-CN" altLang="en-US" dirty="0"/>
            <a:t>目标二</a:t>
          </a:r>
          <a:endParaRPr lang="en-US" dirty="0"/>
        </a:p>
      </dgm:t>
    </dgm:pt>
    <dgm:pt modelId="{AB59C2C7-AFE6-41A7-B493-80048EFD9F78}" cxnId="{EAFF0380-95C7-4A21-AE47-53F0B33FB8CD}" type="parTrans">
      <dgm:prSet/>
      <dgm:spPr/>
      <dgm:t>
        <a:bodyPr/>
        <a:lstStyle/>
        <a:p>
          <a:endParaRPr lang="en-US"/>
        </a:p>
      </dgm:t>
    </dgm:pt>
    <dgm:pt modelId="{2A64E67D-1B03-4938-B061-FB8879C651C6}" cxnId="{EAFF0380-95C7-4A21-AE47-53F0B33FB8CD}" type="sibTrans">
      <dgm:prSet/>
      <dgm:spPr/>
      <dgm:t>
        <a:bodyPr/>
        <a:lstStyle/>
        <a:p>
          <a:endParaRPr lang="en-US"/>
        </a:p>
      </dgm:t>
    </dgm:pt>
    <dgm:pt modelId="{223084B5-4EB7-454D-81FA-D4A7C53847D8}">
      <dgm:prSet phldrT="[文本]" custT="1"/>
      <dgm:spPr/>
      <dgm:t>
        <a:bodyPr/>
        <a:lstStyle/>
        <a:p>
          <a:pPr marL="0" lvl="1" indent="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zh-CN" altLang="en-US" sz="3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rPr>
            <a:t>理解</a:t>
          </a:r>
          <a:endParaRPr lang="en-US" sz="3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等线" panose="02010600030101010101" charset="-122"/>
            <a:ea typeface="等线" panose="02010600030101010101" charset="-122"/>
            <a:cs typeface="+mn-cs"/>
          </a:endParaRPr>
        </a:p>
      </dgm:t>
    </dgm:pt>
    <dgm:pt modelId="{F53C9409-E0DE-4036-836A-4C463B764892}" cxnId="{F76465A4-D2EC-4888-9D2C-EAF7B28906DC}" type="parTrans">
      <dgm:prSet/>
      <dgm:spPr/>
      <dgm:t>
        <a:bodyPr/>
        <a:lstStyle/>
        <a:p>
          <a:endParaRPr lang="en-US"/>
        </a:p>
      </dgm:t>
    </dgm:pt>
    <dgm:pt modelId="{47423346-E8EB-4266-8F96-74120C949A35}" cxnId="{F76465A4-D2EC-4888-9D2C-EAF7B28906DC}" type="sibTrans">
      <dgm:prSet/>
      <dgm:spPr/>
      <dgm:t>
        <a:bodyPr/>
        <a:lstStyle/>
        <a:p>
          <a:endParaRPr lang="en-US"/>
        </a:p>
      </dgm:t>
    </dgm:pt>
    <dgm:pt modelId="{D42C7E53-9F5D-450A-AEA6-CC27FBEAF28A}">
      <dgm:prSet phldrT="[文本]"/>
      <dgm:spPr/>
      <dgm:t>
        <a:bodyPr/>
        <a:lstStyle/>
        <a:p>
          <a:r>
            <a:rPr lang="zh-CN" altLang="en-US" dirty="0"/>
            <a:t>目标三</a:t>
          </a:r>
          <a:endParaRPr lang="en-US" dirty="0"/>
        </a:p>
      </dgm:t>
    </dgm:pt>
    <dgm:pt modelId="{06FD40AB-4353-4ED2-9052-094246696DB2}" cxnId="{36254E36-6B10-443E-B940-D9983F158D00}" type="parTrans">
      <dgm:prSet/>
      <dgm:spPr/>
      <dgm:t>
        <a:bodyPr/>
        <a:lstStyle/>
        <a:p>
          <a:endParaRPr lang="en-US"/>
        </a:p>
      </dgm:t>
    </dgm:pt>
    <dgm:pt modelId="{976944F3-F0A0-4DD2-9DB4-819AED8F16A7}" cxnId="{36254E36-6B10-443E-B940-D9983F158D00}" type="sibTrans">
      <dgm:prSet/>
      <dgm:spPr/>
      <dgm:t>
        <a:bodyPr/>
        <a:lstStyle/>
        <a:p>
          <a:endParaRPr lang="en-US"/>
        </a:p>
      </dgm:t>
    </dgm:pt>
    <dgm:pt modelId="{C8B64B47-D2BA-4B3C-8F1B-5D291ED1D918}">
      <dgm:prSet phldrT="[文本]"/>
      <dgm:spPr/>
      <dgm:t>
        <a:bodyPr/>
        <a:lstStyle/>
        <a:p>
          <a:pPr marL="0" indent="0">
            <a:spcAft>
              <a:spcPts val="0"/>
            </a:spcAft>
            <a:buNone/>
          </a:pPr>
          <a:r>
            <a:rPr lang="zh-CN" altLang="en-US" b="1" dirty="0"/>
            <a:t>掌握</a:t>
          </a:r>
          <a:endParaRPr lang="en-US" b="1" dirty="0"/>
        </a:p>
      </dgm:t>
    </dgm:pt>
    <dgm:pt modelId="{A4F4A71B-825A-4E83-9D70-9CF10E771572}" cxnId="{A52CB66B-63E5-4575-89CF-DADFB2004193}" type="parTrans">
      <dgm:prSet/>
      <dgm:spPr/>
      <dgm:t>
        <a:bodyPr/>
        <a:lstStyle/>
        <a:p>
          <a:endParaRPr lang="en-US"/>
        </a:p>
      </dgm:t>
    </dgm:pt>
    <dgm:pt modelId="{349A9017-DEAE-4C58-8B49-FBDB8A80AD8F}" cxnId="{A52CB66B-63E5-4575-89CF-DADFB2004193}" type="sibTrans">
      <dgm:prSet/>
      <dgm:spPr/>
      <dgm:t>
        <a:bodyPr/>
        <a:lstStyle/>
        <a:p>
          <a:endParaRPr lang="en-US"/>
        </a:p>
      </dgm:t>
    </dgm:pt>
    <dgm:pt modelId="{3E2C0147-B82D-431D-A54E-A17C8C6B5762}">
      <dgm:prSet phldrT="[文本]"/>
      <dgm:spPr/>
      <dgm:t>
        <a:bodyPr/>
        <a:lstStyle/>
        <a:p>
          <a:pPr marL="179705" indent="0">
            <a:spcAft>
              <a:spcPts val="0"/>
            </a:spcAft>
            <a:buNone/>
          </a:pPr>
          <a:r>
            <a:rPr lang="zh-CN" altLang="en-US" b="1" dirty="0"/>
            <a:t>移动应用开发流程，掌握</a:t>
          </a:r>
          <a:r>
            <a:rPr lang="en-US" altLang="zh-CN" b="1" dirty="0"/>
            <a:t>3G</a:t>
          </a:r>
          <a:r>
            <a:rPr lang="zh-CN" altLang="en-US" b="1" dirty="0"/>
            <a:t>、</a:t>
          </a:r>
          <a:r>
            <a:rPr lang="en-US" altLang="zh-CN" b="1" dirty="0"/>
            <a:t>4G</a:t>
          </a:r>
          <a:r>
            <a:rPr lang="zh-CN" altLang="en-US" b="1" dirty="0"/>
            <a:t>移动应用程序开发</a:t>
          </a:r>
          <a:endParaRPr lang="en-US" b="1" dirty="0"/>
        </a:p>
      </dgm:t>
    </dgm:pt>
    <dgm:pt modelId="{98A6F4CF-75C9-4066-8AE2-F4D8561F9E53}" cxnId="{CE04BC9B-1AD1-45C2-99A6-7BC8E1870731}" type="parTrans">
      <dgm:prSet/>
      <dgm:spPr/>
    </dgm:pt>
    <dgm:pt modelId="{55FF7FB5-0BD4-476F-9B34-07EB6495F863}" cxnId="{CE04BC9B-1AD1-45C2-99A6-7BC8E1870731}" type="sibTrans">
      <dgm:prSet/>
      <dgm:spPr/>
    </dgm:pt>
    <dgm:pt modelId="{A72EE122-DA8A-46D2-974F-1060988302F9}">
      <dgm:prSet phldrT="[文本]" custT="1"/>
      <dgm:spPr/>
      <dgm:t>
        <a:bodyPr/>
        <a:lstStyle/>
        <a:p>
          <a:pPr marL="179705" lvl="1" indent="0" algn="l" defTabSz="15113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3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rPr>
            <a:t>Android</a:t>
          </a:r>
          <a:r>
            <a:rPr lang="zh-CN" altLang="en-US" sz="3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rPr>
            <a:t>平台底层技术原理及架构</a:t>
          </a:r>
          <a:endParaRPr lang="en-US" sz="3400" b="1" kern="1200" dirty="0"/>
        </a:p>
      </dgm:t>
    </dgm:pt>
    <dgm:pt modelId="{02262210-3740-4AF7-8894-294C056247DF}" cxnId="{A4847506-5CCD-4F0C-9B46-F0786FD5DC1A}" type="parTrans">
      <dgm:prSet/>
      <dgm:spPr/>
    </dgm:pt>
    <dgm:pt modelId="{6B5947E1-1FAE-49D7-87EA-EC1B18CCD81D}" cxnId="{A4847506-5CCD-4F0C-9B46-F0786FD5DC1A}" type="sibTrans">
      <dgm:prSet/>
      <dgm:spPr/>
    </dgm:pt>
    <dgm:pt modelId="{7E0C1EA8-91C2-47B1-B5AB-3DFAC05EB819}">
      <dgm:prSet phldrT="[文本]"/>
      <dgm:spPr/>
      <dgm:t>
        <a:bodyPr/>
        <a:lstStyle/>
        <a:p>
          <a:pPr marL="285750" indent="0">
            <a:spcAft>
              <a:spcPct val="15000"/>
            </a:spcAft>
            <a:buNone/>
          </a:pPr>
          <a:r>
            <a:rPr lang="zh-CN" altLang="en-US" b="1" dirty="0"/>
            <a:t>移动平台用户交互原则及常用组件的应用</a:t>
          </a:r>
          <a:endParaRPr lang="en-US" b="1" dirty="0"/>
        </a:p>
      </dgm:t>
    </dgm:pt>
    <dgm:pt modelId="{7DCD392D-2796-4F5C-BEFE-95F55BFCDBA5}" cxnId="{F9B6D18E-AB20-4F49-98DD-CB7C6903B875}" type="parTrans">
      <dgm:prSet/>
      <dgm:spPr/>
    </dgm:pt>
    <dgm:pt modelId="{B83592C8-3607-451D-94FA-7E07CE884EEB}" cxnId="{F9B6D18E-AB20-4F49-98DD-CB7C6903B875}" type="sibTrans">
      <dgm:prSet/>
      <dgm:spPr/>
    </dgm:pt>
    <dgm:pt modelId="{2C31BC13-4144-40D7-85E5-09BC12D9EDB7}" type="pres">
      <dgm:prSet presAssocID="{7F1E8361-0EA3-4AF1-89C3-75A30739216D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053E52E1-8C11-4BF8-B933-ECD9CD2F95C3}" type="pres">
      <dgm:prSet presAssocID="{4AE9C3E0-DBB3-447A-B0D0-028CFFBE46AA}" presName="composite" presStyleCnt="0"/>
      <dgm:spPr/>
    </dgm:pt>
    <dgm:pt modelId="{CD3BAE5D-A738-41BE-8FC5-00790C0E43A7}" type="pres">
      <dgm:prSet presAssocID="{4AE9C3E0-DBB3-447A-B0D0-028CFFBE46AA}" presName="parTx" presStyleLbl="alignNode1" presStyleIdx="0" presStyleCnt="3" custLinFactNeighborX="-9728" custLinFactNeighborY="-497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1F6E077-4C3C-4410-8FC0-B37546641CF6}" type="pres">
      <dgm:prSet presAssocID="{4AE9C3E0-DBB3-447A-B0D0-028CFFBE46AA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FA44C53-59F9-4BAF-8D01-3B5B0D2227D4}" type="pres">
      <dgm:prSet presAssocID="{8FC7300D-1055-44A2-9D9D-139E57DEDB5E}" presName="space" presStyleCnt="0"/>
      <dgm:spPr/>
    </dgm:pt>
    <dgm:pt modelId="{D71E99EA-4D52-49C9-BDE4-504EB12E4080}" type="pres">
      <dgm:prSet presAssocID="{299E4977-9794-460F-9502-62A0269AA172}" presName="composite" presStyleCnt="0"/>
      <dgm:spPr/>
    </dgm:pt>
    <dgm:pt modelId="{DD203CF7-C41B-42C4-AC5E-B167F3397393}" type="pres">
      <dgm:prSet presAssocID="{299E4977-9794-460F-9502-62A0269AA172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03BC8A4-EAB2-4118-943E-76A7C217A2D2}" type="pres">
      <dgm:prSet presAssocID="{299E4977-9794-460F-9502-62A0269AA172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306847F-2D38-4633-A678-4635AC8A37D0}" type="pres">
      <dgm:prSet presAssocID="{2A64E67D-1B03-4938-B061-FB8879C651C6}" presName="space" presStyleCnt="0"/>
      <dgm:spPr/>
    </dgm:pt>
    <dgm:pt modelId="{96B28CA9-BD28-49B3-A56C-EB81964817F0}" type="pres">
      <dgm:prSet presAssocID="{D42C7E53-9F5D-450A-AEA6-CC27FBEAF28A}" presName="composite" presStyleCnt="0"/>
      <dgm:spPr/>
    </dgm:pt>
    <dgm:pt modelId="{A2F61064-6DB0-4DBD-8A47-C488DDAFA6AF}" type="pres">
      <dgm:prSet presAssocID="{D42C7E53-9F5D-450A-AEA6-CC27FBEAF28A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6A4374E-9416-421B-98B2-CF2B0C5F94F5}" type="pres">
      <dgm:prSet presAssocID="{D42C7E53-9F5D-450A-AEA6-CC27FBEAF28A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EAFF0380-95C7-4A21-AE47-53F0B33FB8CD}" srcId="{7F1E8361-0EA3-4AF1-89C3-75A30739216D}" destId="{299E4977-9794-460F-9502-62A0269AA172}" srcOrd="1" destOrd="0" parTransId="{AB59C2C7-AFE6-41A7-B493-80048EFD9F78}" sibTransId="{2A64E67D-1B03-4938-B061-FB8879C651C6}"/>
    <dgm:cxn modelId="{36254E36-6B10-443E-B940-D9983F158D00}" srcId="{7F1E8361-0EA3-4AF1-89C3-75A30739216D}" destId="{D42C7E53-9F5D-450A-AEA6-CC27FBEAF28A}" srcOrd="2" destOrd="0" parTransId="{06FD40AB-4353-4ED2-9052-094246696DB2}" sibTransId="{976944F3-F0A0-4DD2-9DB4-819AED8F16A7}"/>
    <dgm:cxn modelId="{F9B6D18E-AB20-4F49-98DD-CB7C6903B875}" srcId="{D42C7E53-9F5D-450A-AEA6-CC27FBEAF28A}" destId="{7E0C1EA8-91C2-47B1-B5AB-3DFAC05EB819}" srcOrd="1" destOrd="0" parTransId="{7DCD392D-2796-4F5C-BEFE-95F55BFCDBA5}" sibTransId="{B83592C8-3607-451D-94FA-7E07CE884EEB}"/>
    <dgm:cxn modelId="{A52CB66B-63E5-4575-89CF-DADFB2004193}" srcId="{D42C7E53-9F5D-450A-AEA6-CC27FBEAF28A}" destId="{C8B64B47-D2BA-4B3C-8F1B-5D291ED1D918}" srcOrd="0" destOrd="0" parTransId="{A4F4A71B-825A-4E83-9D70-9CF10E771572}" sibTransId="{349A9017-DEAE-4C58-8B49-FBDB8A80AD8F}"/>
    <dgm:cxn modelId="{8A6EBE75-BF2A-4524-A2BC-5EBC59B636AF}" type="presOf" srcId="{D42C7E53-9F5D-450A-AEA6-CC27FBEAF28A}" destId="{A2F61064-6DB0-4DBD-8A47-C488DDAFA6AF}" srcOrd="0" destOrd="0" presId="urn:microsoft.com/office/officeart/2005/8/layout/hList1"/>
    <dgm:cxn modelId="{F76465A4-D2EC-4888-9D2C-EAF7B28906DC}" srcId="{299E4977-9794-460F-9502-62A0269AA172}" destId="{223084B5-4EB7-454D-81FA-D4A7C53847D8}" srcOrd="0" destOrd="0" parTransId="{F53C9409-E0DE-4036-836A-4C463B764892}" sibTransId="{47423346-E8EB-4266-8F96-74120C949A35}"/>
    <dgm:cxn modelId="{A4847506-5CCD-4F0C-9B46-F0786FD5DC1A}" srcId="{299E4977-9794-460F-9502-62A0269AA172}" destId="{A72EE122-DA8A-46D2-974F-1060988302F9}" srcOrd="1" destOrd="0" parTransId="{02262210-3740-4AF7-8894-294C056247DF}" sibTransId="{6B5947E1-1FAE-49D7-87EA-EC1B18CCD81D}"/>
    <dgm:cxn modelId="{8B6A60B1-8BE8-4D6E-B817-8942C7A31EC2}" srcId="{4AE9C3E0-DBB3-447A-B0D0-028CFFBE46AA}" destId="{857FA397-DEC7-427F-BC3E-2A9BD6722247}" srcOrd="0" destOrd="0" parTransId="{06B85EC8-846D-41CB-8FFD-7AE437A5AABA}" sibTransId="{AFB9C319-1EFF-4169-ACAB-59170729C888}"/>
    <dgm:cxn modelId="{362B81CC-432E-44D3-B04A-E2E8981CAE9D}" type="presOf" srcId="{C8B64B47-D2BA-4B3C-8F1B-5D291ED1D918}" destId="{F6A4374E-9416-421B-98B2-CF2B0C5F94F5}" srcOrd="0" destOrd="0" presId="urn:microsoft.com/office/officeart/2005/8/layout/hList1"/>
    <dgm:cxn modelId="{78A4CA08-B91C-403F-82EB-745E26A2A4BB}" type="presOf" srcId="{7E0C1EA8-91C2-47B1-B5AB-3DFAC05EB819}" destId="{F6A4374E-9416-421B-98B2-CF2B0C5F94F5}" srcOrd="0" destOrd="1" presId="urn:microsoft.com/office/officeart/2005/8/layout/hList1"/>
    <dgm:cxn modelId="{39C8E9F0-00B3-489D-8511-F52EF7BFFA4E}" srcId="{7F1E8361-0EA3-4AF1-89C3-75A30739216D}" destId="{4AE9C3E0-DBB3-447A-B0D0-028CFFBE46AA}" srcOrd="0" destOrd="0" parTransId="{72AAA11F-38E3-4140-8D2D-6635ED040BEE}" sibTransId="{8FC7300D-1055-44A2-9D9D-139E57DEDB5E}"/>
    <dgm:cxn modelId="{1170D973-5578-43EB-AA5C-22C7D9D0D1A6}" type="presOf" srcId="{857FA397-DEC7-427F-BC3E-2A9BD6722247}" destId="{E1F6E077-4C3C-4410-8FC0-B37546641CF6}" srcOrd="0" destOrd="0" presId="urn:microsoft.com/office/officeart/2005/8/layout/hList1"/>
    <dgm:cxn modelId="{B72961F1-06F9-4695-BB5A-47666E457E94}" type="presOf" srcId="{299E4977-9794-460F-9502-62A0269AA172}" destId="{DD203CF7-C41B-42C4-AC5E-B167F3397393}" srcOrd="0" destOrd="0" presId="urn:microsoft.com/office/officeart/2005/8/layout/hList1"/>
    <dgm:cxn modelId="{083E6130-6D24-45F6-95B6-301FC51ED295}" type="presOf" srcId="{4AE9C3E0-DBB3-447A-B0D0-028CFFBE46AA}" destId="{CD3BAE5D-A738-41BE-8FC5-00790C0E43A7}" srcOrd="0" destOrd="0" presId="urn:microsoft.com/office/officeart/2005/8/layout/hList1"/>
    <dgm:cxn modelId="{CE04BC9B-1AD1-45C2-99A6-7BC8E1870731}" srcId="{4AE9C3E0-DBB3-447A-B0D0-028CFFBE46AA}" destId="{3E2C0147-B82D-431D-A54E-A17C8C6B5762}" srcOrd="1" destOrd="0" parTransId="{98A6F4CF-75C9-4066-8AE2-F4D8561F9E53}" sibTransId="{55FF7FB5-0BD4-476F-9B34-07EB6495F863}"/>
    <dgm:cxn modelId="{A5448972-C18B-4B0F-9BE8-98F8E055F064}" type="presOf" srcId="{3E2C0147-B82D-431D-A54E-A17C8C6B5762}" destId="{E1F6E077-4C3C-4410-8FC0-B37546641CF6}" srcOrd="0" destOrd="1" presId="urn:microsoft.com/office/officeart/2005/8/layout/hList1"/>
    <dgm:cxn modelId="{BAA3AD12-0AE4-4830-8623-AC184787DD14}" type="presOf" srcId="{7F1E8361-0EA3-4AF1-89C3-75A30739216D}" destId="{2C31BC13-4144-40D7-85E5-09BC12D9EDB7}" srcOrd="0" destOrd="0" presId="urn:microsoft.com/office/officeart/2005/8/layout/hList1"/>
    <dgm:cxn modelId="{79649F99-444D-475C-A3C0-F64E13D84F05}" type="presOf" srcId="{223084B5-4EB7-454D-81FA-D4A7C53847D8}" destId="{D03BC8A4-EAB2-4118-943E-76A7C217A2D2}" srcOrd="0" destOrd="0" presId="urn:microsoft.com/office/officeart/2005/8/layout/hList1"/>
    <dgm:cxn modelId="{2ECAE0DE-CCC5-43A2-BDDE-2C221A4A0718}" type="presOf" srcId="{A72EE122-DA8A-46D2-974F-1060988302F9}" destId="{D03BC8A4-EAB2-4118-943E-76A7C217A2D2}" srcOrd="0" destOrd="1" presId="urn:microsoft.com/office/officeart/2005/8/layout/hList1"/>
    <dgm:cxn modelId="{1ACA85EC-6678-4E20-8290-D0B6C156C076}" type="presParOf" srcId="{2C31BC13-4144-40D7-85E5-09BC12D9EDB7}" destId="{053E52E1-8C11-4BF8-B933-ECD9CD2F95C3}" srcOrd="0" destOrd="0" presId="urn:microsoft.com/office/officeart/2005/8/layout/hList1"/>
    <dgm:cxn modelId="{D2C1EE7E-D6E4-4B64-B77A-B42AD2753B32}" type="presParOf" srcId="{053E52E1-8C11-4BF8-B933-ECD9CD2F95C3}" destId="{CD3BAE5D-A738-41BE-8FC5-00790C0E43A7}" srcOrd="0" destOrd="0" presId="urn:microsoft.com/office/officeart/2005/8/layout/hList1"/>
    <dgm:cxn modelId="{B7797D5C-BCAB-4179-B5E5-DC96E02D00CD}" type="presParOf" srcId="{053E52E1-8C11-4BF8-B933-ECD9CD2F95C3}" destId="{E1F6E077-4C3C-4410-8FC0-B37546641CF6}" srcOrd="1" destOrd="0" presId="urn:microsoft.com/office/officeart/2005/8/layout/hList1"/>
    <dgm:cxn modelId="{20615277-7ECB-4486-AAC9-67FC6A68531F}" type="presParOf" srcId="{2C31BC13-4144-40D7-85E5-09BC12D9EDB7}" destId="{7FA44C53-59F9-4BAF-8D01-3B5B0D2227D4}" srcOrd="1" destOrd="0" presId="urn:microsoft.com/office/officeart/2005/8/layout/hList1"/>
    <dgm:cxn modelId="{1DF54C81-F674-4829-BC6E-30201CBD3643}" type="presParOf" srcId="{2C31BC13-4144-40D7-85E5-09BC12D9EDB7}" destId="{D71E99EA-4D52-49C9-BDE4-504EB12E4080}" srcOrd="2" destOrd="0" presId="urn:microsoft.com/office/officeart/2005/8/layout/hList1"/>
    <dgm:cxn modelId="{2B33F57D-715A-4D4B-A85F-E4E4855A017E}" type="presParOf" srcId="{D71E99EA-4D52-49C9-BDE4-504EB12E4080}" destId="{DD203CF7-C41B-42C4-AC5E-B167F3397393}" srcOrd="0" destOrd="0" presId="urn:microsoft.com/office/officeart/2005/8/layout/hList1"/>
    <dgm:cxn modelId="{B9D763A3-2579-4C20-A5BA-09202C033404}" type="presParOf" srcId="{D71E99EA-4D52-49C9-BDE4-504EB12E4080}" destId="{D03BC8A4-EAB2-4118-943E-76A7C217A2D2}" srcOrd="1" destOrd="0" presId="urn:microsoft.com/office/officeart/2005/8/layout/hList1"/>
    <dgm:cxn modelId="{95746C81-9AEE-46C9-BED4-02B46817C1A4}" type="presParOf" srcId="{2C31BC13-4144-40D7-85E5-09BC12D9EDB7}" destId="{3306847F-2D38-4633-A678-4635AC8A37D0}" srcOrd="3" destOrd="0" presId="urn:microsoft.com/office/officeart/2005/8/layout/hList1"/>
    <dgm:cxn modelId="{7A15CFE4-0909-43F6-B004-9A5463F2BCF7}" type="presParOf" srcId="{2C31BC13-4144-40D7-85E5-09BC12D9EDB7}" destId="{96B28CA9-BD28-49B3-A56C-EB81964817F0}" srcOrd="4" destOrd="0" presId="urn:microsoft.com/office/officeart/2005/8/layout/hList1"/>
    <dgm:cxn modelId="{D71F0D45-7A69-4203-AD4F-9DCFE5900DE9}" type="presParOf" srcId="{96B28CA9-BD28-49B3-A56C-EB81964817F0}" destId="{A2F61064-6DB0-4DBD-8A47-C488DDAFA6AF}" srcOrd="0" destOrd="0" presId="urn:microsoft.com/office/officeart/2005/8/layout/hList1"/>
    <dgm:cxn modelId="{5DFB5080-203F-4A7F-BA41-8D95006EC904}" type="presParOf" srcId="{96B28CA9-BD28-49B3-A56C-EB81964817F0}" destId="{F6A4374E-9416-421B-98B2-CF2B0C5F94F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5B29329-12A8-494F-8F6F-03F19EDE66F3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43ADA0-A9ED-4A6D-9663-8B5D150CAF48}">
      <dgm:prSet phldrT="[文本]"/>
      <dgm:spPr/>
      <dgm:t>
        <a:bodyPr/>
        <a:lstStyle/>
        <a:p>
          <a:r>
            <a:rPr lang="zh-CN" altLang="en-US" b="1" dirty="0"/>
            <a:t>目标四</a:t>
          </a:r>
          <a:endParaRPr lang="en-US" b="1" dirty="0"/>
        </a:p>
      </dgm:t>
    </dgm:pt>
    <dgm:pt modelId="{5A675BD5-AF8E-4BF7-93BB-540368CB7A4A}" cxnId="{81DABE76-FEC7-49FE-B381-2D33FF1A62EB}" type="parTrans">
      <dgm:prSet/>
      <dgm:spPr/>
      <dgm:t>
        <a:bodyPr/>
        <a:lstStyle/>
        <a:p>
          <a:endParaRPr lang="en-US" b="1"/>
        </a:p>
      </dgm:t>
    </dgm:pt>
    <dgm:pt modelId="{E0EDDFA0-F374-4821-AA51-9E9B1D3A915F}" cxnId="{81DABE76-FEC7-49FE-B381-2D33FF1A62EB}" type="sibTrans">
      <dgm:prSet/>
      <dgm:spPr/>
      <dgm:t>
        <a:bodyPr/>
        <a:lstStyle/>
        <a:p>
          <a:endParaRPr lang="en-US" b="1"/>
        </a:p>
      </dgm:t>
    </dgm:pt>
    <dgm:pt modelId="{982D301C-48E5-49B2-B4FD-EDA38D2DB948}">
      <dgm:prSet phldrT="[文本]"/>
      <dgm:spPr/>
      <dgm:t>
        <a:bodyPr lIns="216000" rIns="144000"/>
        <a:lstStyle/>
        <a:p>
          <a:pPr marL="0" indent="0">
            <a:spcAft>
              <a:spcPts val="0"/>
            </a:spcAft>
            <a:buNone/>
          </a:pPr>
          <a:r>
            <a:rPr lang="zh-CN" altLang="en-US" b="1" dirty="0"/>
            <a:t>通过实训教学，在岗位技能方面，经过大量的上机练习、代码阅读、代码改错、规范化检查，训练学生编写程序的熟练度和规范性</a:t>
          </a:r>
          <a:endParaRPr lang="en-US" b="1" dirty="0"/>
        </a:p>
      </dgm:t>
    </dgm:pt>
    <dgm:pt modelId="{5CDB67C5-56DC-411B-83B7-271D342C644D}" cxnId="{BBAF2E0A-F6BC-4A1A-9C96-AF6B66E061B7}" type="parTrans">
      <dgm:prSet/>
      <dgm:spPr/>
      <dgm:t>
        <a:bodyPr/>
        <a:lstStyle/>
        <a:p>
          <a:endParaRPr lang="en-US" b="1"/>
        </a:p>
      </dgm:t>
    </dgm:pt>
    <dgm:pt modelId="{C7953A07-12E4-4A27-A552-77002644CD25}" cxnId="{BBAF2E0A-F6BC-4A1A-9C96-AF6B66E061B7}" type="sibTrans">
      <dgm:prSet/>
      <dgm:spPr/>
      <dgm:t>
        <a:bodyPr/>
        <a:lstStyle/>
        <a:p>
          <a:endParaRPr lang="en-US" b="1"/>
        </a:p>
      </dgm:t>
    </dgm:pt>
    <dgm:pt modelId="{A5782E6E-2EA2-4966-B29D-38E1B3432840}">
      <dgm:prSet phldrT="[文本]"/>
      <dgm:spPr/>
      <dgm:t>
        <a:bodyPr/>
        <a:lstStyle/>
        <a:p>
          <a:r>
            <a:rPr lang="zh-CN" altLang="en-US" b="1" dirty="0"/>
            <a:t>目标五</a:t>
          </a:r>
          <a:endParaRPr lang="en-US" b="1" dirty="0"/>
        </a:p>
      </dgm:t>
    </dgm:pt>
    <dgm:pt modelId="{FA553D38-34A0-4EAA-A8CE-A14B5DEA1B42}" cxnId="{99B06789-6985-4599-AB56-AE2C199D8281}" type="parTrans">
      <dgm:prSet/>
      <dgm:spPr/>
      <dgm:t>
        <a:bodyPr/>
        <a:lstStyle/>
        <a:p>
          <a:endParaRPr lang="en-US" b="1"/>
        </a:p>
      </dgm:t>
    </dgm:pt>
    <dgm:pt modelId="{DE5D8699-ACA6-43E2-A0C1-32729762D46D}" cxnId="{99B06789-6985-4599-AB56-AE2C199D8281}" type="sibTrans">
      <dgm:prSet/>
      <dgm:spPr/>
      <dgm:t>
        <a:bodyPr/>
        <a:lstStyle/>
        <a:p>
          <a:endParaRPr lang="en-US" b="1"/>
        </a:p>
      </dgm:t>
    </dgm:pt>
    <dgm:pt modelId="{DA4ACA7C-2421-4E77-BA73-4003F8D3D2ED}">
      <dgm:prSet phldrT="[文本]"/>
      <dgm:spPr/>
      <dgm:t>
        <a:bodyPr lIns="216000" rIns="144000"/>
        <a:lstStyle/>
        <a:p>
          <a:pPr marL="0" indent="0">
            <a:spcAft>
              <a:spcPts val="0"/>
            </a:spcAft>
            <a:buNone/>
          </a:pPr>
          <a:r>
            <a:rPr lang="zh-CN" altLang="en-US" b="1" dirty="0"/>
            <a:t>在项目经验的积累方面，通过完成大量的项目案例和阶段项目实战，增加对实际软件项目开发的体验</a:t>
          </a:r>
          <a:endParaRPr lang="en-US" b="1" dirty="0"/>
        </a:p>
      </dgm:t>
    </dgm:pt>
    <dgm:pt modelId="{2C1851C5-7F6A-4212-B605-32A754942FE4}" cxnId="{04AC635A-DF67-4A45-A5A9-154BDEB3AC8C}" type="parTrans">
      <dgm:prSet/>
      <dgm:spPr/>
      <dgm:t>
        <a:bodyPr/>
        <a:lstStyle/>
        <a:p>
          <a:endParaRPr lang="en-US" b="1"/>
        </a:p>
      </dgm:t>
    </dgm:pt>
    <dgm:pt modelId="{6EAE0FF1-F7F4-477B-A4AE-ED2256AD8EA2}" cxnId="{04AC635A-DF67-4A45-A5A9-154BDEB3AC8C}" type="sibTrans">
      <dgm:prSet/>
      <dgm:spPr/>
      <dgm:t>
        <a:bodyPr/>
        <a:lstStyle/>
        <a:p>
          <a:endParaRPr lang="en-US" b="1"/>
        </a:p>
      </dgm:t>
    </dgm:pt>
    <dgm:pt modelId="{9037DDEC-2831-4A07-9403-978BD8AB9471}">
      <dgm:prSet phldrT="[文本]"/>
      <dgm:spPr/>
      <dgm:t>
        <a:bodyPr/>
        <a:lstStyle/>
        <a:p>
          <a:r>
            <a:rPr lang="zh-CN" altLang="en-US" b="1" dirty="0"/>
            <a:t>目标六</a:t>
          </a:r>
          <a:endParaRPr lang="en-US" b="1" dirty="0"/>
        </a:p>
      </dgm:t>
    </dgm:pt>
    <dgm:pt modelId="{619A3CC6-B6C9-4549-A6D8-811CCE2552D7}" cxnId="{F2ACCABB-E302-4E78-8127-2F0D3170E6FA}" type="parTrans">
      <dgm:prSet/>
      <dgm:spPr/>
      <dgm:t>
        <a:bodyPr/>
        <a:lstStyle/>
        <a:p>
          <a:endParaRPr lang="en-US" b="1"/>
        </a:p>
      </dgm:t>
    </dgm:pt>
    <dgm:pt modelId="{520E935B-D3F2-42D0-9CD0-714DF53079F0}" cxnId="{F2ACCABB-E302-4E78-8127-2F0D3170E6FA}" type="sibTrans">
      <dgm:prSet/>
      <dgm:spPr/>
      <dgm:t>
        <a:bodyPr/>
        <a:lstStyle/>
        <a:p>
          <a:endParaRPr lang="en-US" b="1"/>
        </a:p>
      </dgm:t>
    </dgm:pt>
    <dgm:pt modelId="{5E5E83DB-1BE8-47EF-A85C-FAC607DBF2A4}">
      <dgm:prSet phldrT="[文本]"/>
      <dgm:spPr/>
      <dgm:t>
        <a:bodyPr lIns="216000" rIns="144000"/>
        <a:lstStyle/>
        <a:p>
          <a:pPr marL="0" indent="0" algn="l">
            <a:spcAft>
              <a:spcPts val="0"/>
            </a:spcAft>
            <a:buNone/>
          </a:pPr>
          <a:r>
            <a:rPr lang="zh-CN" altLang="en-US" b="1" dirty="0"/>
            <a:t>通过项目组角色分配、技术研讨等多种训练手段，培养学生具备良好的职业习惯，实现学生在校即成为职业人的目标</a:t>
          </a:r>
          <a:endParaRPr lang="en-US" b="1" dirty="0"/>
        </a:p>
      </dgm:t>
    </dgm:pt>
    <dgm:pt modelId="{F3B60A5F-403F-48AE-80A0-5306BA3097F6}" cxnId="{8B030DED-F5CB-4AFB-8BE5-FE777F8399E7}" type="parTrans">
      <dgm:prSet/>
      <dgm:spPr/>
      <dgm:t>
        <a:bodyPr/>
        <a:lstStyle/>
        <a:p>
          <a:endParaRPr lang="en-US" b="1"/>
        </a:p>
      </dgm:t>
    </dgm:pt>
    <dgm:pt modelId="{CE45B5C4-4B61-4493-94CB-3E777FA9BBD7}" cxnId="{8B030DED-F5CB-4AFB-8BE5-FE777F8399E7}" type="sibTrans">
      <dgm:prSet/>
      <dgm:spPr/>
      <dgm:t>
        <a:bodyPr/>
        <a:lstStyle/>
        <a:p>
          <a:endParaRPr lang="en-US" b="1"/>
        </a:p>
      </dgm:t>
    </dgm:pt>
    <dgm:pt modelId="{BFBFB21A-F6BB-445D-8A7B-365C5EB98026}" type="pres">
      <dgm:prSet presAssocID="{05B29329-12A8-494F-8F6F-03F19EDE66F3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62843B67-F537-4BD7-BE18-1A93D5204782}" type="pres">
      <dgm:prSet presAssocID="{5743ADA0-A9ED-4A6D-9663-8B5D150CAF48}" presName="composite" presStyleCnt="0"/>
      <dgm:spPr/>
    </dgm:pt>
    <dgm:pt modelId="{4F1A3978-34CB-4ED9-B2DE-38028FF6A583}" type="pres">
      <dgm:prSet presAssocID="{5743ADA0-A9ED-4A6D-9663-8B5D150CAF48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AE33D02-4455-497F-8A5A-AB20F06634FB}" type="pres">
      <dgm:prSet presAssocID="{5743ADA0-A9ED-4A6D-9663-8B5D150CAF48}" presName="desTx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23F52CA-A695-477A-ACD5-EC53FFA61FEF}" type="pres">
      <dgm:prSet presAssocID="{E0EDDFA0-F374-4821-AA51-9E9B1D3A915F}" presName="space" presStyleCnt="0"/>
      <dgm:spPr/>
    </dgm:pt>
    <dgm:pt modelId="{F7128C6A-1B4C-4ECB-A307-92A1B21E53DD}" type="pres">
      <dgm:prSet presAssocID="{A5782E6E-2EA2-4966-B29D-38E1B3432840}" presName="composite" presStyleCnt="0"/>
      <dgm:spPr/>
    </dgm:pt>
    <dgm:pt modelId="{61DF8AE9-A15A-4997-BC16-A7834A4DA931}" type="pres">
      <dgm:prSet presAssocID="{A5782E6E-2EA2-4966-B29D-38E1B3432840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F4C6CEA-E415-4DC3-ADFE-B6072DC627FB}" type="pres">
      <dgm:prSet presAssocID="{A5782E6E-2EA2-4966-B29D-38E1B3432840}" presName="desTx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12F2E1D-5BE7-47EB-BBA3-90D4E3B4268C}" type="pres">
      <dgm:prSet presAssocID="{DE5D8699-ACA6-43E2-A0C1-32729762D46D}" presName="space" presStyleCnt="0"/>
      <dgm:spPr/>
    </dgm:pt>
    <dgm:pt modelId="{6A39A8B8-243F-4B0C-B305-ED2DB764D7B0}" type="pres">
      <dgm:prSet presAssocID="{9037DDEC-2831-4A07-9403-978BD8AB9471}" presName="composite" presStyleCnt="0"/>
      <dgm:spPr/>
    </dgm:pt>
    <dgm:pt modelId="{F05837E6-0CE2-4775-833C-E6D4775D6B4D}" type="pres">
      <dgm:prSet presAssocID="{9037DDEC-2831-4A07-9403-978BD8AB9471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AC52975-8500-4DFF-A490-5189A9F75B80}" type="pres">
      <dgm:prSet presAssocID="{9037DDEC-2831-4A07-9403-978BD8AB9471}" presName="desTx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513D573F-94A0-420F-83CB-87AE43F020AD}" type="presOf" srcId="{05B29329-12A8-494F-8F6F-03F19EDE66F3}" destId="{BFBFB21A-F6BB-445D-8A7B-365C5EB98026}" srcOrd="0" destOrd="0" presId="urn:microsoft.com/office/officeart/2005/8/layout/hList1"/>
    <dgm:cxn modelId="{A8782F0E-B71C-419E-AB02-52B1550C12B2}" type="presOf" srcId="{5E5E83DB-1BE8-47EF-A85C-FAC607DBF2A4}" destId="{8AC52975-8500-4DFF-A490-5189A9F75B80}" srcOrd="0" destOrd="0" presId="urn:microsoft.com/office/officeart/2005/8/layout/hList1"/>
    <dgm:cxn modelId="{B2D65E4A-7B34-4665-A41A-8660E59F39C5}" type="presOf" srcId="{982D301C-48E5-49B2-B4FD-EDA38D2DB948}" destId="{DAE33D02-4455-497F-8A5A-AB20F06634FB}" srcOrd="0" destOrd="0" presId="urn:microsoft.com/office/officeart/2005/8/layout/hList1"/>
    <dgm:cxn modelId="{81DABE76-FEC7-49FE-B381-2D33FF1A62EB}" srcId="{05B29329-12A8-494F-8F6F-03F19EDE66F3}" destId="{5743ADA0-A9ED-4A6D-9663-8B5D150CAF48}" srcOrd="0" destOrd="0" parTransId="{5A675BD5-AF8E-4BF7-93BB-540368CB7A4A}" sibTransId="{E0EDDFA0-F374-4821-AA51-9E9B1D3A915F}"/>
    <dgm:cxn modelId="{99B06789-6985-4599-AB56-AE2C199D8281}" srcId="{05B29329-12A8-494F-8F6F-03F19EDE66F3}" destId="{A5782E6E-2EA2-4966-B29D-38E1B3432840}" srcOrd="1" destOrd="0" parTransId="{FA553D38-34A0-4EAA-A8CE-A14B5DEA1B42}" sibTransId="{DE5D8699-ACA6-43E2-A0C1-32729762D46D}"/>
    <dgm:cxn modelId="{8B030DED-F5CB-4AFB-8BE5-FE777F8399E7}" srcId="{9037DDEC-2831-4A07-9403-978BD8AB9471}" destId="{5E5E83DB-1BE8-47EF-A85C-FAC607DBF2A4}" srcOrd="0" destOrd="0" parTransId="{F3B60A5F-403F-48AE-80A0-5306BA3097F6}" sibTransId="{CE45B5C4-4B61-4493-94CB-3E777FA9BBD7}"/>
    <dgm:cxn modelId="{BBAF2E0A-F6BC-4A1A-9C96-AF6B66E061B7}" srcId="{5743ADA0-A9ED-4A6D-9663-8B5D150CAF48}" destId="{982D301C-48E5-49B2-B4FD-EDA38D2DB948}" srcOrd="0" destOrd="0" parTransId="{5CDB67C5-56DC-411B-83B7-271D342C644D}" sibTransId="{C7953A07-12E4-4A27-A552-77002644CD25}"/>
    <dgm:cxn modelId="{82FAA83C-4EAD-48CA-A1B5-4997E4B35940}" type="presOf" srcId="{5743ADA0-A9ED-4A6D-9663-8B5D150CAF48}" destId="{4F1A3978-34CB-4ED9-B2DE-38028FF6A583}" srcOrd="0" destOrd="0" presId="urn:microsoft.com/office/officeart/2005/8/layout/hList1"/>
    <dgm:cxn modelId="{04AC635A-DF67-4A45-A5A9-154BDEB3AC8C}" srcId="{A5782E6E-2EA2-4966-B29D-38E1B3432840}" destId="{DA4ACA7C-2421-4E77-BA73-4003F8D3D2ED}" srcOrd="0" destOrd="0" parTransId="{2C1851C5-7F6A-4212-B605-32A754942FE4}" sibTransId="{6EAE0FF1-F7F4-477B-A4AE-ED2256AD8EA2}"/>
    <dgm:cxn modelId="{F0FD6443-1EF7-42E4-92CB-1A318F3261BC}" type="presOf" srcId="{DA4ACA7C-2421-4E77-BA73-4003F8D3D2ED}" destId="{FF4C6CEA-E415-4DC3-ADFE-B6072DC627FB}" srcOrd="0" destOrd="0" presId="urn:microsoft.com/office/officeart/2005/8/layout/hList1"/>
    <dgm:cxn modelId="{A5EDA7E4-92D4-4007-AF24-5D1A8E494961}" type="presOf" srcId="{9037DDEC-2831-4A07-9403-978BD8AB9471}" destId="{F05837E6-0CE2-4775-833C-E6D4775D6B4D}" srcOrd="0" destOrd="0" presId="urn:microsoft.com/office/officeart/2005/8/layout/hList1"/>
    <dgm:cxn modelId="{F2ACCABB-E302-4E78-8127-2F0D3170E6FA}" srcId="{05B29329-12A8-494F-8F6F-03F19EDE66F3}" destId="{9037DDEC-2831-4A07-9403-978BD8AB9471}" srcOrd="2" destOrd="0" parTransId="{619A3CC6-B6C9-4549-A6D8-811CCE2552D7}" sibTransId="{520E935B-D3F2-42D0-9CD0-714DF53079F0}"/>
    <dgm:cxn modelId="{10C896E4-BED6-40C7-9BCA-064A870F738F}" type="presOf" srcId="{A5782E6E-2EA2-4966-B29D-38E1B3432840}" destId="{61DF8AE9-A15A-4997-BC16-A7834A4DA931}" srcOrd="0" destOrd="0" presId="urn:microsoft.com/office/officeart/2005/8/layout/hList1"/>
    <dgm:cxn modelId="{EB3D6249-0DE8-4EF9-A520-27D07A057044}" type="presParOf" srcId="{BFBFB21A-F6BB-445D-8A7B-365C5EB98026}" destId="{62843B67-F537-4BD7-BE18-1A93D5204782}" srcOrd="0" destOrd="0" presId="urn:microsoft.com/office/officeart/2005/8/layout/hList1"/>
    <dgm:cxn modelId="{93BE3464-ABA2-4CB8-BDE9-1D48F4248D5A}" type="presParOf" srcId="{62843B67-F537-4BD7-BE18-1A93D5204782}" destId="{4F1A3978-34CB-4ED9-B2DE-38028FF6A583}" srcOrd="0" destOrd="0" presId="urn:microsoft.com/office/officeart/2005/8/layout/hList1"/>
    <dgm:cxn modelId="{34F6D075-ED2E-4F21-B642-74EBB0FF736C}" type="presParOf" srcId="{62843B67-F537-4BD7-BE18-1A93D5204782}" destId="{DAE33D02-4455-497F-8A5A-AB20F06634FB}" srcOrd="1" destOrd="0" presId="urn:microsoft.com/office/officeart/2005/8/layout/hList1"/>
    <dgm:cxn modelId="{0702809A-B405-49BD-B8D5-4D792B310FF9}" type="presParOf" srcId="{BFBFB21A-F6BB-445D-8A7B-365C5EB98026}" destId="{723F52CA-A695-477A-ACD5-EC53FFA61FEF}" srcOrd="1" destOrd="0" presId="urn:microsoft.com/office/officeart/2005/8/layout/hList1"/>
    <dgm:cxn modelId="{3F3DB00B-609E-4C37-B582-DA6BA3B311F2}" type="presParOf" srcId="{BFBFB21A-F6BB-445D-8A7B-365C5EB98026}" destId="{F7128C6A-1B4C-4ECB-A307-92A1B21E53DD}" srcOrd="2" destOrd="0" presId="urn:microsoft.com/office/officeart/2005/8/layout/hList1"/>
    <dgm:cxn modelId="{1D7C1400-CCC9-479E-8E96-9047CFFD8EB5}" type="presParOf" srcId="{F7128C6A-1B4C-4ECB-A307-92A1B21E53DD}" destId="{61DF8AE9-A15A-4997-BC16-A7834A4DA931}" srcOrd="0" destOrd="0" presId="urn:microsoft.com/office/officeart/2005/8/layout/hList1"/>
    <dgm:cxn modelId="{84601D9F-68BC-43C9-809F-938EACF4FD1A}" type="presParOf" srcId="{F7128C6A-1B4C-4ECB-A307-92A1B21E53DD}" destId="{FF4C6CEA-E415-4DC3-ADFE-B6072DC627FB}" srcOrd="1" destOrd="0" presId="urn:microsoft.com/office/officeart/2005/8/layout/hList1"/>
    <dgm:cxn modelId="{CC1CA652-6ADC-45D1-B44C-40BE03138B0B}" type="presParOf" srcId="{BFBFB21A-F6BB-445D-8A7B-365C5EB98026}" destId="{F12F2E1D-5BE7-47EB-BBA3-90D4E3B4268C}" srcOrd="3" destOrd="0" presId="urn:microsoft.com/office/officeart/2005/8/layout/hList1"/>
    <dgm:cxn modelId="{56D0388E-7F51-48CF-8C81-6EE61DE8FE80}" type="presParOf" srcId="{BFBFB21A-F6BB-445D-8A7B-365C5EB98026}" destId="{6A39A8B8-243F-4B0C-B305-ED2DB764D7B0}" srcOrd="4" destOrd="0" presId="urn:microsoft.com/office/officeart/2005/8/layout/hList1"/>
    <dgm:cxn modelId="{7900674D-7662-45F8-88CE-6FC8ED136B83}" type="presParOf" srcId="{6A39A8B8-243F-4B0C-B305-ED2DB764D7B0}" destId="{F05837E6-0CE2-4775-833C-E6D4775D6B4D}" srcOrd="0" destOrd="0" presId="urn:microsoft.com/office/officeart/2005/8/layout/hList1"/>
    <dgm:cxn modelId="{F1D9A8AB-2C45-403D-96C5-06A8911CC29D}" type="presParOf" srcId="{6A39A8B8-243F-4B0C-B305-ED2DB764D7B0}" destId="{8AC52975-8500-4DFF-A490-5189A9F75B80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9841112" cy="4769698"/>
        <a:chOff x="0" y="0"/>
        <a:chExt cx="9841112" cy="4769698"/>
      </a:xfrm>
    </dsp:grpSpPr>
    <dsp:sp modelId="{CD3BAE5D-A738-41BE-8FC5-00790C0E43A7}">
      <dsp:nvSpPr>
        <dsp:cNvPr id="3" name="矩形 2"/>
        <dsp:cNvSpPr/>
      </dsp:nvSpPr>
      <dsp:spPr bwMode="white">
        <a:xfrm>
          <a:off x="0" y="0"/>
          <a:ext cx="3000339" cy="10080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8920" tIns="142240" rIns="248920" bIns="14224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目标一</a:t>
          </a:r>
          <a:endParaRPr lang="en-US" dirty="0"/>
        </a:p>
      </dsp:txBody>
      <dsp:txXfrm>
        <a:off x="0" y="0"/>
        <a:ext cx="3000339" cy="1008000"/>
      </dsp:txXfrm>
    </dsp:sp>
    <dsp:sp modelId="{E1F6E077-4C3C-4410-8FC0-B37546641CF6}">
      <dsp:nvSpPr>
        <dsp:cNvPr id="4" name="矩形 3"/>
        <dsp:cNvSpPr/>
      </dsp:nvSpPr>
      <dsp:spPr bwMode="white">
        <a:xfrm>
          <a:off x="0" y="1011789"/>
          <a:ext cx="3000339" cy="375412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86690" tIns="186690" rIns="248920" bIns="280035" anchor="t"/>
        <a:lstStyle>
          <a:lvl1pPr algn="l">
            <a:defRPr sz="35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marL="0" lvl="1" indent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b="1" dirty="0">
              <a:solidFill>
                <a:schemeClr val="dk1"/>
              </a:solidFill>
            </a:rPr>
            <a:t>熟悉</a:t>
          </a:r>
          <a:endParaRPr lang="en-US" b="1" dirty="0">
            <a:solidFill>
              <a:schemeClr val="dk1"/>
            </a:solidFill>
          </a:endParaRPr>
        </a:p>
        <a:p>
          <a:pPr marL="179705" lvl="1" indent="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b="1" dirty="0">
              <a:solidFill>
                <a:schemeClr val="dk1"/>
              </a:solidFill>
            </a:rPr>
            <a:t>移动应用开发流程，掌握</a:t>
          </a:r>
          <a:r>
            <a:rPr lang="en-US" altLang="zh-CN" b="1" dirty="0">
              <a:solidFill>
                <a:schemeClr val="dk1"/>
              </a:solidFill>
            </a:rPr>
            <a:t>3G</a:t>
          </a:r>
          <a:r>
            <a:rPr lang="zh-CN" altLang="en-US" b="1" dirty="0">
              <a:solidFill>
                <a:schemeClr val="dk1"/>
              </a:solidFill>
            </a:rPr>
            <a:t>、</a:t>
          </a:r>
          <a:r>
            <a:rPr lang="en-US" altLang="zh-CN" b="1" dirty="0">
              <a:solidFill>
                <a:schemeClr val="dk1"/>
              </a:solidFill>
            </a:rPr>
            <a:t>4G</a:t>
          </a:r>
          <a:r>
            <a:rPr lang="zh-CN" altLang="en-US" b="1" dirty="0">
              <a:solidFill>
                <a:schemeClr val="dk1"/>
              </a:solidFill>
            </a:rPr>
            <a:t>移动应用程序开发</a:t>
          </a:r>
          <a:endParaRPr lang="en-US" b="1" dirty="0">
            <a:solidFill>
              <a:schemeClr val="dk1"/>
            </a:solidFill>
          </a:endParaRPr>
        </a:p>
      </dsp:txBody>
      <dsp:txXfrm>
        <a:off x="0" y="1011789"/>
        <a:ext cx="3000339" cy="3754120"/>
      </dsp:txXfrm>
    </dsp:sp>
    <dsp:sp modelId="{DD203CF7-C41B-42C4-AC5E-B167F3397393}">
      <dsp:nvSpPr>
        <dsp:cNvPr id="5" name="矩形 4"/>
        <dsp:cNvSpPr/>
      </dsp:nvSpPr>
      <dsp:spPr bwMode="white">
        <a:xfrm>
          <a:off x="3420386" y="3789"/>
          <a:ext cx="3000339" cy="10080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8920" tIns="142240" rIns="248920" bIns="14224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目标二</a:t>
          </a:r>
          <a:endParaRPr lang="en-US" dirty="0"/>
        </a:p>
      </dsp:txBody>
      <dsp:txXfrm>
        <a:off x="3420386" y="3789"/>
        <a:ext cx="3000339" cy="1008000"/>
      </dsp:txXfrm>
    </dsp:sp>
    <dsp:sp modelId="{D03BC8A4-EAB2-4118-943E-76A7C217A2D2}">
      <dsp:nvSpPr>
        <dsp:cNvPr id="6" name="矩形 5"/>
        <dsp:cNvSpPr/>
      </dsp:nvSpPr>
      <dsp:spPr bwMode="white">
        <a:xfrm>
          <a:off x="3420386" y="1011789"/>
          <a:ext cx="3000339" cy="375412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81356" tIns="181356" rIns="241808" bIns="272034" anchor="t"/>
        <a:lstStyle>
          <a:lvl1pPr algn="l">
            <a:defRPr sz="35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3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rPr>
            <a:t>理解</a:t>
          </a:r>
          <a:endParaRPr lang="en-US" sz="3400" b="1" kern="1200" dirty="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等线" panose="02010600030101010101" charset="-122"/>
            <a:ea typeface="等线" panose="02010600030101010101" charset="-122"/>
            <a:cs typeface="+mn-cs"/>
          </a:endParaRPr>
        </a:p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en-US" sz="3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rPr>
            <a:t>Android</a:t>
          </a:r>
          <a:r>
            <a:rPr lang="zh-CN" altLang="en-US" sz="3400" b="1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等线" panose="02010600030101010101" charset="-122"/>
              <a:ea typeface="等线" panose="02010600030101010101" charset="-122"/>
              <a:cs typeface="+mn-cs"/>
            </a:rPr>
            <a:t>平台底层技术原理及架构</a:t>
          </a:r>
          <a:endParaRPr lang="en-US" sz="3400" b="1" kern="1200" dirty="0">
            <a:solidFill>
              <a:schemeClr val="dk1"/>
            </a:solidFill>
          </a:endParaRPr>
        </a:p>
      </dsp:txBody>
      <dsp:txXfrm>
        <a:off x="3420386" y="1011789"/>
        <a:ext cx="3000339" cy="3754120"/>
      </dsp:txXfrm>
    </dsp:sp>
    <dsp:sp modelId="{A2F61064-6DB0-4DBD-8A47-C488DDAFA6AF}">
      <dsp:nvSpPr>
        <dsp:cNvPr id="7" name="矩形 6"/>
        <dsp:cNvSpPr/>
      </dsp:nvSpPr>
      <dsp:spPr bwMode="white">
        <a:xfrm>
          <a:off x="6840773" y="3789"/>
          <a:ext cx="3000339" cy="10080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48920" tIns="142240" rIns="248920" bIns="142240" anchor="ctr"/>
        <a:lstStyle>
          <a:lvl1pPr algn="ctr">
            <a:defRPr sz="3500"/>
          </a:lvl1pPr>
          <a:lvl2pPr marL="228600" indent="-228600" algn="ctr">
            <a:defRPr sz="2700"/>
          </a:lvl2pPr>
          <a:lvl3pPr marL="457200" indent="-228600" algn="ctr">
            <a:defRPr sz="2700"/>
          </a:lvl3pPr>
          <a:lvl4pPr marL="685800" indent="-228600" algn="ctr">
            <a:defRPr sz="2700"/>
          </a:lvl4pPr>
          <a:lvl5pPr marL="914400" indent="-228600" algn="ctr">
            <a:defRPr sz="2700"/>
          </a:lvl5pPr>
          <a:lvl6pPr marL="1143000" indent="-228600" algn="ctr">
            <a:defRPr sz="2700"/>
          </a:lvl6pPr>
          <a:lvl7pPr marL="1371600" indent="-228600" algn="ctr">
            <a:defRPr sz="2700"/>
          </a:lvl7pPr>
          <a:lvl8pPr marL="1600200" indent="-228600" algn="ctr">
            <a:defRPr sz="2700"/>
          </a:lvl8pPr>
          <a:lvl9pPr marL="1828800" indent="-228600" algn="ctr">
            <a:defRPr sz="27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dirty="0"/>
            <a:t>目标三</a:t>
          </a:r>
          <a:endParaRPr lang="en-US" dirty="0"/>
        </a:p>
      </dsp:txBody>
      <dsp:txXfrm>
        <a:off x="6840773" y="3789"/>
        <a:ext cx="3000339" cy="1008000"/>
      </dsp:txXfrm>
    </dsp:sp>
    <dsp:sp modelId="{F6A4374E-9416-421B-98B2-CF2B0C5F94F5}">
      <dsp:nvSpPr>
        <dsp:cNvPr id="8" name="矩形 7"/>
        <dsp:cNvSpPr/>
      </dsp:nvSpPr>
      <dsp:spPr bwMode="white">
        <a:xfrm>
          <a:off x="6840773" y="1011789"/>
          <a:ext cx="3000339" cy="375412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186690" tIns="186690" rIns="248920" bIns="280035" anchor="t"/>
        <a:lstStyle>
          <a:lvl1pPr algn="l">
            <a:defRPr sz="3500"/>
          </a:lvl1pPr>
          <a:lvl2pPr marL="285750" indent="-285750" algn="l">
            <a:defRPr sz="3500"/>
          </a:lvl2pPr>
          <a:lvl3pPr marL="571500" indent="-285750" algn="l">
            <a:defRPr sz="3500"/>
          </a:lvl3pPr>
          <a:lvl4pPr marL="857250" indent="-285750" algn="l">
            <a:defRPr sz="3500"/>
          </a:lvl4pPr>
          <a:lvl5pPr marL="1143000" indent="-285750" algn="l">
            <a:defRPr sz="3500"/>
          </a:lvl5pPr>
          <a:lvl6pPr marL="1428750" indent="-285750" algn="l">
            <a:defRPr sz="3500"/>
          </a:lvl6pPr>
          <a:lvl7pPr marL="1714500" indent="-285750" algn="l">
            <a:defRPr sz="3500"/>
          </a:lvl7pPr>
          <a:lvl8pPr marL="2000250" indent="-285750" algn="l">
            <a:defRPr sz="3500"/>
          </a:lvl8pPr>
          <a:lvl9pPr marL="2286000" indent="-285750" algn="l">
            <a:defRPr sz="3500"/>
          </a:lvl9pPr>
        </a:lstStyle>
        <a:p>
          <a:pPr marL="0" lvl="1" indent="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b="1" dirty="0">
              <a:solidFill>
                <a:schemeClr val="dk1"/>
              </a:solidFill>
            </a:rPr>
            <a:t>掌握</a:t>
          </a:r>
          <a:endParaRPr lang="en-US" b="1" dirty="0">
            <a:solidFill>
              <a:schemeClr val="dk1"/>
            </a:solidFill>
          </a:endParaRPr>
        </a:p>
        <a:p>
          <a:pPr marL="285750" lvl="1" indent="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b="1" dirty="0">
              <a:solidFill>
                <a:schemeClr val="dk1"/>
              </a:solidFill>
            </a:rPr>
            <a:t>移动平台用户交互原则及常用组件的应用</a:t>
          </a:r>
          <a:endParaRPr lang="en-US" b="1" dirty="0">
            <a:solidFill>
              <a:schemeClr val="dk1"/>
            </a:solidFill>
          </a:endParaRPr>
        </a:p>
      </dsp:txBody>
      <dsp:txXfrm>
        <a:off x="6840773" y="1011789"/>
        <a:ext cx="3000339" cy="37541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11137900" cy="4926013"/>
        <a:chOff x="0" y="0"/>
        <a:chExt cx="11137900" cy="4926013"/>
      </a:xfrm>
    </dsp:grpSpPr>
    <dsp:sp modelId="{4F1A3978-34CB-4ED9-B2DE-38028FF6A583}">
      <dsp:nvSpPr>
        <dsp:cNvPr id="3" name="矩形 2"/>
        <dsp:cNvSpPr/>
      </dsp:nvSpPr>
      <dsp:spPr bwMode="white">
        <a:xfrm>
          <a:off x="0" y="2181"/>
          <a:ext cx="3395701" cy="8640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13360" tIns="121920" rIns="213360" bIns="12192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目标四</a:t>
          </a:r>
          <a:endParaRPr lang="en-US" b="1" dirty="0"/>
        </a:p>
      </dsp:txBody>
      <dsp:txXfrm>
        <a:off x="0" y="2181"/>
        <a:ext cx="3395701" cy="864000"/>
      </dsp:txXfrm>
    </dsp:sp>
    <dsp:sp modelId="{DAE33D02-4455-497F-8A5A-AB20F06634FB}">
      <dsp:nvSpPr>
        <dsp:cNvPr id="4" name="矩形 3"/>
        <dsp:cNvSpPr/>
      </dsp:nvSpPr>
      <dsp:spPr bwMode="white">
        <a:xfrm>
          <a:off x="0" y="866181"/>
          <a:ext cx="3395701" cy="405765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16000" tIns="160020" rIns="144000" bIns="240029" anchor="t"/>
        <a:lstStyle>
          <a:lvl1pPr algn="l">
            <a:defRPr sz="3000"/>
          </a:lvl1pPr>
          <a:lvl2pPr marL="285750" indent="-285750" algn="l">
            <a:defRPr sz="3000"/>
          </a:lvl2pPr>
          <a:lvl3pPr marL="571500" indent="-285750" algn="l">
            <a:defRPr sz="3000"/>
          </a:lvl3pPr>
          <a:lvl4pPr marL="857250" indent="-285750" algn="l">
            <a:defRPr sz="3000"/>
          </a:lvl4pPr>
          <a:lvl5pPr marL="1143000" indent="-285750" algn="l">
            <a:defRPr sz="3000"/>
          </a:lvl5pPr>
          <a:lvl6pPr marL="1428750" indent="-285750" algn="l">
            <a:defRPr sz="3000"/>
          </a:lvl6pPr>
          <a:lvl7pPr marL="1714500" indent="-285750" algn="l">
            <a:defRPr sz="3000"/>
          </a:lvl7pPr>
          <a:lvl8pPr marL="2000250" indent="-285750" algn="l">
            <a:defRPr sz="3000"/>
          </a:lvl8pPr>
          <a:lvl9pPr marL="2286000" indent="-285750" algn="l">
            <a:defRPr sz="3000"/>
          </a:lvl9pPr>
        </a:lstStyle>
        <a:p>
          <a:pPr marL="0" lvl="1" indent="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b="1" dirty="0">
              <a:solidFill>
                <a:schemeClr val="dk1"/>
              </a:solidFill>
            </a:rPr>
            <a:t>通过实训教学，在岗位技能方面，经过大量的上机练习、代码阅读、代码改错、规范化检查，训练学生编写程序的熟练度和规范性</a:t>
          </a:r>
          <a:endParaRPr lang="en-US" b="1" dirty="0">
            <a:solidFill>
              <a:schemeClr val="dk1"/>
            </a:solidFill>
          </a:endParaRPr>
        </a:p>
      </dsp:txBody>
      <dsp:txXfrm>
        <a:off x="0" y="866181"/>
        <a:ext cx="3395701" cy="4057650"/>
      </dsp:txXfrm>
    </dsp:sp>
    <dsp:sp modelId="{61DF8AE9-A15A-4997-BC16-A7834A4DA931}">
      <dsp:nvSpPr>
        <dsp:cNvPr id="5" name="矩形 4"/>
        <dsp:cNvSpPr/>
      </dsp:nvSpPr>
      <dsp:spPr bwMode="white">
        <a:xfrm>
          <a:off x="3871099" y="2181"/>
          <a:ext cx="3395701" cy="8640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13360" tIns="121920" rIns="213360" bIns="12192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目标五</a:t>
          </a:r>
          <a:endParaRPr lang="en-US" b="1" dirty="0"/>
        </a:p>
      </dsp:txBody>
      <dsp:txXfrm>
        <a:off x="3871099" y="2181"/>
        <a:ext cx="3395701" cy="864000"/>
      </dsp:txXfrm>
    </dsp:sp>
    <dsp:sp modelId="{FF4C6CEA-E415-4DC3-ADFE-B6072DC627FB}">
      <dsp:nvSpPr>
        <dsp:cNvPr id="6" name="矩形 5"/>
        <dsp:cNvSpPr/>
      </dsp:nvSpPr>
      <dsp:spPr bwMode="white">
        <a:xfrm>
          <a:off x="3871099" y="866181"/>
          <a:ext cx="3395701" cy="405765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16000" tIns="160020" rIns="144000" bIns="240029" anchor="t"/>
        <a:lstStyle>
          <a:lvl1pPr algn="l">
            <a:defRPr sz="3000"/>
          </a:lvl1pPr>
          <a:lvl2pPr marL="285750" indent="-285750" algn="l">
            <a:defRPr sz="3000"/>
          </a:lvl2pPr>
          <a:lvl3pPr marL="571500" indent="-285750" algn="l">
            <a:defRPr sz="3000"/>
          </a:lvl3pPr>
          <a:lvl4pPr marL="857250" indent="-285750" algn="l">
            <a:defRPr sz="3000"/>
          </a:lvl4pPr>
          <a:lvl5pPr marL="1143000" indent="-285750" algn="l">
            <a:defRPr sz="3000"/>
          </a:lvl5pPr>
          <a:lvl6pPr marL="1428750" indent="-285750" algn="l">
            <a:defRPr sz="3000"/>
          </a:lvl6pPr>
          <a:lvl7pPr marL="1714500" indent="-285750" algn="l">
            <a:defRPr sz="3000"/>
          </a:lvl7pPr>
          <a:lvl8pPr marL="2000250" indent="-285750" algn="l">
            <a:defRPr sz="3000"/>
          </a:lvl8pPr>
          <a:lvl9pPr marL="2286000" indent="-285750" algn="l">
            <a:defRPr sz="3000"/>
          </a:lvl9pPr>
        </a:lstStyle>
        <a:p>
          <a:pPr marL="0" lvl="1" indent="0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b="1" dirty="0">
              <a:solidFill>
                <a:schemeClr val="dk1"/>
              </a:solidFill>
            </a:rPr>
            <a:t>在项目经验的积累方面，通过完成大量的项目案例和阶段项目实战，增加对实际软件项目开发的体验</a:t>
          </a:r>
          <a:endParaRPr lang="en-US" b="1" dirty="0">
            <a:solidFill>
              <a:schemeClr val="dk1"/>
            </a:solidFill>
          </a:endParaRPr>
        </a:p>
      </dsp:txBody>
      <dsp:txXfrm>
        <a:off x="3871099" y="866181"/>
        <a:ext cx="3395701" cy="4057650"/>
      </dsp:txXfrm>
    </dsp:sp>
    <dsp:sp modelId="{F05837E6-0CE2-4775-833C-E6D4775D6B4D}">
      <dsp:nvSpPr>
        <dsp:cNvPr id="7" name="矩形 6"/>
        <dsp:cNvSpPr/>
      </dsp:nvSpPr>
      <dsp:spPr bwMode="white">
        <a:xfrm>
          <a:off x="7742199" y="2181"/>
          <a:ext cx="3395701" cy="864000"/>
        </a:xfrm>
        <a:prstGeom prst="rect">
          <a:avLst/>
        </a:prstGeom>
      </dsp:spPr>
      <dsp:style>
        <a:lnRef idx="2">
          <a:schemeClr val="accen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13360" tIns="121920" rIns="213360" bIns="121920" anchor="ctr"/>
        <a:lstStyle>
          <a:lvl1pPr algn="ctr">
            <a:defRPr sz="3000"/>
          </a:lvl1pPr>
          <a:lvl2pPr marL="228600" indent="-228600" algn="ctr">
            <a:defRPr sz="2300"/>
          </a:lvl2pPr>
          <a:lvl3pPr marL="457200" indent="-228600" algn="ctr">
            <a:defRPr sz="2300"/>
          </a:lvl3pPr>
          <a:lvl4pPr marL="685800" indent="-228600" algn="ctr">
            <a:defRPr sz="2300"/>
          </a:lvl4pPr>
          <a:lvl5pPr marL="914400" indent="-228600" algn="ctr">
            <a:defRPr sz="2300"/>
          </a:lvl5pPr>
          <a:lvl6pPr marL="1143000" indent="-228600" algn="ctr">
            <a:defRPr sz="2300"/>
          </a:lvl6pPr>
          <a:lvl7pPr marL="1371600" indent="-228600" algn="ctr">
            <a:defRPr sz="2300"/>
          </a:lvl7pPr>
          <a:lvl8pPr marL="1600200" indent="-228600" algn="ctr">
            <a:defRPr sz="2300"/>
          </a:lvl8pPr>
          <a:lvl9pPr marL="1828800" indent="-228600" algn="ctr">
            <a:defRPr sz="23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b="1" dirty="0"/>
            <a:t>目标六</a:t>
          </a:r>
          <a:endParaRPr lang="en-US" b="1" dirty="0"/>
        </a:p>
      </dsp:txBody>
      <dsp:txXfrm>
        <a:off x="7742199" y="2181"/>
        <a:ext cx="3395701" cy="864000"/>
      </dsp:txXfrm>
    </dsp:sp>
    <dsp:sp modelId="{8AC52975-8500-4DFF-A490-5189A9F75B80}">
      <dsp:nvSpPr>
        <dsp:cNvPr id="8" name="矩形 7"/>
        <dsp:cNvSpPr/>
      </dsp:nvSpPr>
      <dsp:spPr bwMode="white">
        <a:xfrm>
          <a:off x="7742199" y="866181"/>
          <a:ext cx="3395701" cy="4057650"/>
        </a:xfrm>
        <a:prstGeom prst="rect">
          <a:avLst/>
        </a:prstGeom>
      </dsp:spPr>
      <dsp:style>
        <a:lnRef idx="2">
          <a:schemeClr val="accent1">
            <a:alpha val="90000"/>
            <a:tint val="40000"/>
          </a:schemeClr>
        </a:lnRef>
        <a:fillRef idx="1">
          <a:schemeClr val="accent1">
            <a:alpha val="90000"/>
            <a:tint val="40000"/>
          </a:schemeClr>
        </a:fillRef>
        <a:effectRef idx="0">
          <a:scrgbClr r="0" g="0" b="0"/>
        </a:effectRef>
        <a:fontRef idx="minor"/>
      </dsp:style>
      <dsp:txBody>
        <a:bodyPr lIns="216000" tIns="160020" rIns="144000" bIns="240029" anchor="t"/>
        <a:lstStyle>
          <a:lvl1pPr algn="l">
            <a:defRPr sz="3000"/>
          </a:lvl1pPr>
          <a:lvl2pPr marL="285750" indent="-285750" algn="l">
            <a:defRPr sz="3000"/>
          </a:lvl2pPr>
          <a:lvl3pPr marL="571500" indent="-285750" algn="l">
            <a:defRPr sz="3000"/>
          </a:lvl3pPr>
          <a:lvl4pPr marL="857250" indent="-285750" algn="l">
            <a:defRPr sz="3000"/>
          </a:lvl4pPr>
          <a:lvl5pPr marL="1143000" indent="-285750" algn="l">
            <a:defRPr sz="3000"/>
          </a:lvl5pPr>
          <a:lvl6pPr marL="1428750" indent="-285750" algn="l">
            <a:defRPr sz="3000"/>
          </a:lvl6pPr>
          <a:lvl7pPr marL="1714500" indent="-285750" algn="l">
            <a:defRPr sz="3000"/>
          </a:lvl7pPr>
          <a:lvl8pPr marL="2000250" indent="-285750" algn="l">
            <a:defRPr sz="3000"/>
          </a:lvl8pPr>
          <a:lvl9pPr marL="2286000" indent="-285750" algn="l">
            <a:defRPr sz="3000"/>
          </a:lvl9pPr>
        </a:lstStyle>
        <a:p>
          <a:pPr marL="0" lvl="1" indent="0" algn="l">
            <a:lnSpc>
              <a:spcPct val="100000"/>
            </a:lnSpc>
            <a:spcBef>
              <a:spcPct val="0"/>
            </a:spcBef>
            <a:spcAft>
              <a:spcPts val="0"/>
            </a:spcAft>
            <a:buChar char="•"/>
          </a:pPr>
          <a:r>
            <a:rPr lang="zh-CN" altLang="en-US" b="1" dirty="0">
              <a:solidFill>
                <a:schemeClr val="dk1"/>
              </a:solidFill>
            </a:rPr>
            <a:t>通过项目组角色分配、技术研讨等多种训练手段，培养学生具备良好的职业习惯，实现学生在校即成为职业人的目标</a:t>
          </a:r>
          <a:endParaRPr lang="en-US" b="1" dirty="0">
            <a:solidFill>
              <a:schemeClr val="dk1"/>
            </a:solidFill>
          </a:endParaRPr>
        </a:p>
      </dsp:txBody>
      <dsp:txXfrm>
        <a:off x="7742199" y="866181"/>
        <a:ext cx="3395701" cy="40576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>
            <a:spLocks noEditPoints="1"/>
          </p:cNvSpPr>
          <p:nvPr/>
        </p:nvSpPr>
        <p:spPr bwMode="auto">
          <a:xfrm>
            <a:off x="0" y="263127"/>
            <a:ext cx="12192000" cy="235337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/>
                </a:gs>
              </a:gsLst>
              <a:lin ang="5400000" scaled="1"/>
            </a:gradFill>
          </a:ln>
          <a:effectLst/>
        </p:spPr>
        <p:txBody>
          <a:bodyPr lIns="68589" tIns="34295" rIns="68589" bIns="34295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2625725"/>
            <a:ext cx="12192000" cy="1714500"/>
          </a:xfrm>
          <a:prstGeom prst="rect">
            <a:avLst/>
          </a:pr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9" tIns="34295" rIns="68589" bIns="34295"/>
          <a:lstStyle>
            <a:lvl1pPr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15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4371975"/>
            <a:ext cx="12192000" cy="0"/>
          </a:xfrm>
          <a:prstGeom prst="line">
            <a:avLst/>
          </a:prstGeom>
          <a:ln w="19050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4794250"/>
            <a:ext cx="4319588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4860925"/>
            <a:ext cx="4319588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0" y="4926013"/>
            <a:ext cx="4319588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872413" y="4794250"/>
            <a:ext cx="4319587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872413" y="4860925"/>
            <a:ext cx="4319587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872413" y="4926013"/>
            <a:ext cx="4319587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838200" y="2820181"/>
            <a:ext cx="10515600" cy="1325563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过渡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4"/>
          <p:cNvCxnSpPr/>
          <p:nvPr/>
        </p:nvCxnSpPr>
        <p:spPr>
          <a:xfrm flipH="1">
            <a:off x="1430338" y="6480175"/>
            <a:ext cx="10620375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5"/>
          <p:cNvCxnSpPr/>
          <p:nvPr/>
        </p:nvCxnSpPr>
        <p:spPr>
          <a:xfrm flipH="1">
            <a:off x="141288" y="6480175"/>
            <a:ext cx="792162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6"/>
          <p:cNvGrpSpPr/>
          <p:nvPr/>
        </p:nvGrpSpPr>
        <p:grpSpPr bwMode="auto">
          <a:xfrm flipH="1">
            <a:off x="974725" y="6269038"/>
            <a:ext cx="414338" cy="422275"/>
            <a:chOff x="7019085" y="157473"/>
            <a:chExt cx="3868830" cy="3952255"/>
          </a:xfrm>
        </p:grpSpPr>
        <p:sp>
          <p:nvSpPr>
            <p:cNvPr id="7" name="椭圆 7"/>
            <p:cNvSpPr/>
            <p:nvPr/>
          </p:nvSpPr>
          <p:spPr>
            <a:xfrm>
              <a:off x="8634806" y="157473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椭圆 8"/>
            <p:cNvSpPr/>
            <p:nvPr/>
          </p:nvSpPr>
          <p:spPr>
            <a:xfrm rot="1542857">
              <a:off x="9361133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椭圆 9"/>
            <p:cNvSpPr/>
            <p:nvPr/>
          </p:nvSpPr>
          <p:spPr>
            <a:xfrm rot="3085714">
              <a:off x="9938502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椭圆 10"/>
            <p:cNvSpPr/>
            <p:nvPr/>
          </p:nvSpPr>
          <p:spPr>
            <a:xfrm rot="7714286">
              <a:off x="9938502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椭圆 11"/>
            <p:cNvSpPr/>
            <p:nvPr/>
          </p:nvSpPr>
          <p:spPr>
            <a:xfrm rot="4628572">
              <a:off x="1026461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椭圆 12"/>
            <p:cNvSpPr/>
            <p:nvPr/>
          </p:nvSpPr>
          <p:spPr>
            <a:xfrm rot="9257143">
              <a:off x="9361133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椭圆 13"/>
            <p:cNvSpPr/>
            <p:nvPr/>
          </p:nvSpPr>
          <p:spPr>
            <a:xfrm rot="6171428">
              <a:off x="1026461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椭圆 14"/>
            <p:cNvSpPr/>
            <p:nvPr/>
          </p:nvSpPr>
          <p:spPr>
            <a:xfrm rot="10800000">
              <a:off x="8634806" y="3485688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椭圆 15"/>
            <p:cNvSpPr/>
            <p:nvPr/>
          </p:nvSpPr>
          <p:spPr>
            <a:xfrm rot="12342857">
              <a:off x="7923298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6"/>
            <p:cNvSpPr/>
            <p:nvPr/>
          </p:nvSpPr>
          <p:spPr>
            <a:xfrm rot="13885714">
              <a:off x="7344458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椭圆 17"/>
            <p:cNvSpPr/>
            <p:nvPr/>
          </p:nvSpPr>
          <p:spPr>
            <a:xfrm rot="20057142">
              <a:off x="7923298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椭圆 18"/>
            <p:cNvSpPr/>
            <p:nvPr/>
          </p:nvSpPr>
          <p:spPr>
            <a:xfrm rot="15428571">
              <a:off x="701835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椭圆 19"/>
            <p:cNvSpPr/>
            <p:nvPr/>
          </p:nvSpPr>
          <p:spPr>
            <a:xfrm rot="16971429">
              <a:off x="701835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椭圆 20"/>
            <p:cNvSpPr/>
            <p:nvPr/>
          </p:nvSpPr>
          <p:spPr>
            <a:xfrm rot="18514286">
              <a:off x="7344458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1" name="Freeform 5"/>
          <p:cNvSpPr>
            <a:spLocks noEditPoints="1"/>
          </p:cNvSpPr>
          <p:nvPr/>
        </p:nvSpPr>
        <p:spPr bwMode="auto">
          <a:xfrm>
            <a:off x="7458156" y="5658694"/>
            <a:ext cx="4253067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lIns="81649" tIns="40824" rIns="81649" bIns="40824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2" name="直接连接符 23" hidden="1"/>
          <p:cNvCxnSpPr/>
          <p:nvPr/>
        </p:nvCxnSpPr>
        <p:spPr>
          <a:xfrm>
            <a:off x="3181350" y="431800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 28"/>
          <p:cNvSpPr/>
          <p:nvPr/>
        </p:nvSpPr>
        <p:spPr>
          <a:xfrm flipV="1">
            <a:off x="174625" y="546100"/>
            <a:ext cx="1385888" cy="4318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36" tIns="30618" rIns="61236" bIns="30618" anchor="ctr"/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灯片编号占位符 1"/>
          <p:cNvSpPr txBox="1"/>
          <p:nvPr/>
        </p:nvSpPr>
        <p:spPr bwMode="auto">
          <a:xfrm>
            <a:off x="1036638" y="6332538"/>
            <a:ext cx="292100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236" tIns="30618" rIns="61236" bIns="30618" anchor="ctr"/>
          <a:lstStyle>
            <a:defPPr>
              <a:defRPr lang="zh-CN"/>
            </a:defPPr>
            <a:lvl1pPr marL="0" algn="r" defTabSz="108839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612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239152-DB7D-42BF-9E96-583E1AC0CE8E}" type="slidenum">
              <a:rPr kumimoji="0" lang="zh-CN" altLang="en-US" sz="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</a:fld>
            <a:endParaRPr kumimoji="0" lang="zh-CN" alt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25" name="Content Placeholder 24"/>
          <p:cNvSpPr>
            <a:spLocks noGrp="1"/>
          </p:cNvSpPr>
          <p:nvPr>
            <p:ph sz="quarter" idx="13" hasCustomPrompt="1"/>
          </p:nvPr>
        </p:nvSpPr>
        <p:spPr>
          <a:xfrm>
            <a:off x="573211" y="1269243"/>
            <a:ext cx="11138015" cy="4927042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3000" b="1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663575" indent="-25527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Char char="•"/>
              <a:defRPr sz="2550" b="1" baseline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55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286605" y="261385"/>
            <a:ext cx="10903424" cy="77640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300" b="1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6" name="灯片编号占位符 3"/>
          <p:cNvSpPr>
            <a:spLocks noGrp="1"/>
          </p:cNvSpPr>
          <p:nvPr>
            <p:ph type="sldNum" sz="quarter" idx="14"/>
          </p:nvPr>
        </p:nvSpPr>
        <p:spPr>
          <a:xfrm>
            <a:off x="1036638" y="6334125"/>
            <a:ext cx="292100" cy="284163"/>
          </a:xfrm>
        </p:spPr>
        <p:txBody>
          <a:bodyPr anchorCtr="1"/>
          <a:lstStyle>
            <a:lvl1pPr algn="ctr">
              <a:defRPr sz="565">
                <a:solidFill>
                  <a:prstClr val="black"/>
                </a:solidFill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BE72734-15AA-4BF4-9AE8-B74D4E631A38}" type="slidenum">
              <a:rPr kumimoji="0" lang="en-US" altLang="zh-CN" sz="5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过渡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4"/>
          <p:cNvCxnSpPr/>
          <p:nvPr/>
        </p:nvCxnSpPr>
        <p:spPr>
          <a:xfrm flipH="1">
            <a:off x="1430338" y="6480175"/>
            <a:ext cx="10620375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5"/>
          <p:cNvCxnSpPr/>
          <p:nvPr/>
        </p:nvCxnSpPr>
        <p:spPr>
          <a:xfrm flipH="1">
            <a:off x="141288" y="6480175"/>
            <a:ext cx="792162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6"/>
          <p:cNvGrpSpPr/>
          <p:nvPr/>
        </p:nvGrpSpPr>
        <p:grpSpPr bwMode="auto">
          <a:xfrm flipH="1">
            <a:off x="974725" y="6269038"/>
            <a:ext cx="414338" cy="422275"/>
            <a:chOff x="7019085" y="157473"/>
            <a:chExt cx="3868830" cy="3952255"/>
          </a:xfrm>
        </p:grpSpPr>
        <p:sp>
          <p:nvSpPr>
            <p:cNvPr id="5" name="椭圆 7"/>
            <p:cNvSpPr/>
            <p:nvPr/>
          </p:nvSpPr>
          <p:spPr>
            <a:xfrm>
              <a:off x="8634806" y="157473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椭圆 8"/>
            <p:cNvSpPr/>
            <p:nvPr/>
          </p:nvSpPr>
          <p:spPr>
            <a:xfrm rot="1542857">
              <a:off x="9361133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椭圆 9"/>
            <p:cNvSpPr/>
            <p:nvPr/>
          </p:nvSpPr>
          <p:spPr>
            <a:xfrm rot="3085714">
              <a:off x="9938502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椭圆 10"/>
            <p:cNvSpPr/>
            <p:nvPr/>
          </p:nvSpPr>
          <p:spPr>
            <a:xfrm rot="7714286">
              <a:off x="9938502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椭圆 11"/>
            <p:cNvSpPr/>
            <p:nvPr/>
          </p:nvSpPr>
          <p:spPr>
            <a:xfrm rot="4628572">
              <a:off x="1026461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椭圆 12"/>
            <p:cNvSpPr/>
            <p:nvPr/>
          </p:nvSpPr>
          <p:spPr>
            <a:xfrm rot="9257143">
              <a:off x="9361133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椭圆 13"/>
            <p:cNvSpPr/>
            <p:nvPr/>
          </p:nvSpPr>
          <p:spPr>
            <a:xfrm rot="6171428">
              <a:off x="1026461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椭圆 14"/>
            <p:cNvSpPr/>
            <p:nvPr/>
          </p:nvSpPr>
          <p:spPr>
            <a:xfrm rot="10800000">
              <a:off x="8634806" y="3485688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椭圆 15"/>
            <p:cNvSpPr/>
            <p:nvPr/>
          </p:nvSpPr>
          <p:spPr>
            <a:xfrm rot="12342857">
              <a:off x="7923298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椭圆 16"/>
            <p:cNvSpPr/>
            <p:nvPr/>
          </p:nvSpPr>
          <p:spPr>
            <a:xfrm rot="13885714">
              <a:off x="7344458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椭圆 17"/>
            <p:cNvSpPr/>
            <p:nvPr/>
          </p:nvSpPr>
          <p:spPr>
            <a:xfrm rot="20057142">
              <a:off x="7923298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8"/>
            <p:cNvSpPr/>
            <p:nvPr/>
          </p:nvSpPr>
          <p:spPr>
            <a:xfrm rot="15428571">
              <a:off x="701835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椭圆 19"/>
            <p:cNvSpPr/>
            <p:nvPr/>
          </p:nvSpPr>
          <p:spPr>
            <a:xfrm rot="16971429">
              <a:off x="701835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椭圆 20"/>
            <p:cNvSpPr/>
            <p:nvPr/>
          </p:nvSpPr>
          <p:spPr>
            <a:xfrm rot="18514286">
              <a:off x="7344458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9" name="Freeform 5"/>
          <p:cNvSpPr>
            <a:spLocks noEditPoints="1"/>
          </p:cNvSpPr>
          <p:nvPr/>
        </p:nvSpPr>
        <p:spPr bwMode="auto">
          <a:xfrm>
            <a:off x="7458156" y="5658694"/>
            <a:ext cx="4253067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lIns="81649" tIns="40824" rIns="81649" bIns="40824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0" name="直接连接符 23" hidden="1"/>
          <p:cNvCxnSpPr/>
          <p:nvPr/>
        </p:nvCxnSpPr>
        <p:spPr>
          <a:xfrm>
            <a:off x="3181350" y="431800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8"/>
          <p:cNvSpPr/>
          <p:nvPr/>
        </p:nvSpPr>
        <p:spPr>
          <a:xfrm flipV="1">
            <a:off x="174625" y="423863"/>
            <a:ext cx="1385888" cy="4318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36" tIns="30618" rIns="61236" bIns="30618" anchor="ctr"/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灯片编号占位符 1"/>
          <p:cNvSpPr txBox="1"/>
          <p:nvPr/>
        </p:nvSpPr>
        <p:spPr bwMode="auto">
          <a:xfrm>
            <a:off x="1036638" y="6332538"/>
            <a:ext cx="292100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236" tIns="30618" rIns="61236" bIns="30618" anchor="ctr"/>
          <a:lstStyle>
            <a:defPPr>
              <a:defRPr lang="zh-CN"/>
            </a:defPPr>
            <a:lvl1pPr marL="0" algn="r" defTabSz="108839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612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A71962-9A6E-4B2E-9D97-234502C17C73}" type="slidenum">
              <a:rPr kumimoji="0" lang="zh-CN" altLang="en-US" sz="79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</a:fld>
            <a:endParaRPr kumimoji="0" lang="zh-CN" alt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23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36638" y="6334125"/>
            <a:ext cx="292100" cy="284163"/>
          </a:xfrm>
        </p:spPr>
        <p:txBody>
          <a:bodyPr anchorCtr="1"/>
          <a:lstStyle>
            <a:lvl1pPr algn="ctr">
              <a:defRPr sz="565">
                <a:solidFill>
                  <a:prstClr val="black"/>
                </a:solidFill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ECA0AD-1981-4846-91E2-174855311FE0}" type="slidenum">
              <a:rPr kumimoji="0" lang="en-US" altLang="zh-CN" sz="5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过渡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4"/>
          <p:cNvCxnSpPr/>
          <p:nvPr/>
        </p:nvCxnSpPr>
        <p:spPr>
          <a:xfrm flipH="1">
            <a:off x="1430338" y="6480175"/>
            <a:ext cx="10620375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5"/>
          <p:cNvCxnSpPr/>
          <p:nvPr/>
        </p:nvCxnSpPr>
        <p:spPr>
          <a:xfrm flipH="1">
            <a:off x="141288" y="6480175"/>
            <a:ext cx="792162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6"/>
          <p:cNvGrpSpPr/>
          <p:nvPr/>
        </p:nvGrpSpPr>
        <p:grpSpPr bwMode="auto">
          <a:xfrm flipH="1">
            <a:off x="974725" y="6269038"/>
            <a:ext cx="414338" cy="422275"/>
            <a:chOff x="7019085" y="157473"/>
            <a:chExt cx="3868830" cy="3952255"/>
          </a:xfrm>
        </p:grpSpPr>
        <p:sp>
          <p:nvSpPr>
            <p:cNvPr id="5" name="椭圆 7"/>
            <p:cNvSpPr/>
            <p:nvPr/>
          </p:nvSpPr>
          <p:spPr>
            <a:xfrm>
              <a:off x="8634806" y="157473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椭圆 8"/>
            <p:cNvSpPr/>
            <p:nvPr/>
          </p:nvSpPr>
          <p:spPr>
            <a:xfrm rot="1542857">
              <a:off x="9361133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椭圆 9"/>
            <p:cNvSpPr/>
            <p:nvPr/>
          </p:nvSpPr>
          <p:spPr>
            <a:xfrm rot="3085714">
              <a:off x="9938502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椭圆 10"/>
            <p:cNvSpPr/>
            <p:nvPr/>
          </p:nvSpPr>
          <p:spPr>
            <a:xfrm rot="7714286">
              <a:off x="9938502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椭圆 11"/>
            <p:cNvSpPr/>
            <p:nvPr/>
          </p:nvSpPr>
          <p:spPr>
            <a:xfrm rot="4628572">
              <a:off x="1026461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椭圆 12"/>
            <p:cNvSpPr/>
            <p:nvPr/>
          </p:nvSpPr>
          <p:spPr>
            <a:xfrm rot="9257143">
              <a:off x="9361133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椭圆 13"/>
            <p:cNvSpPr/>
            <p:nvPr/>
          </p:nvSpPr>
          <p:spPr>
            <a:xfrm rot="6171428">
              <a:off x="1026461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椭圆 14"/>
            <p:cNvSpPr/>
            <p:nvPr/>
          </p:nvSpPr>
          <p:spPr>
            <a:xfrm rot="10800000">
              <a:off x="8634806" y="3485688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椭圆 15"/>
            <p:cNvSpPr/>
            <p:nvPr/>
          </p:nvSpPr>
          <p:spPr>
            <a:xfrm rot="12342857">
              <a:off x="7923298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椭圆 16"/>
            <p:cNvSpPr/>
            <p:nvPr/>
          </p:nvSpPr>
          <p:spPr>
            <a:xfrm rot="13885714">
              <a:off x="7344458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椭圆 17"/>
            <p:cNvSpPr/>
            <p:nvPr/>
          </p:nvSpPr>
          <p:spPr>
            <a:xfrm rot="20057142">
              <a:off x="7923298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8"/>
            <p:cNvSpPr/>
            <p:nvPr/>
          </p:nvSpPr>
          <p:spPr>
            <a:xfrm rot="15428571">
              <a:off x="701835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椭圆 19"/>
            <p:cNvSpPr/>
            <p:nvPr/>
          </p:nvSpPr>
          <p:spPr>
            <a:xfrm rot="16971429">
              <a:off x="701835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椭圆 20"/>
            <p:cNvSpPr/>
            <p:nvPr/>
          </p:nvSpPr>
          <p:spPr>
            <a:xfrm rot="18514286">
              <a:off x="7344458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9" name="Freeform 5"/>
          <p:cNvSpPr>
            <a:spLocks noEditPoints="1"/>
          </p:cNvSpPr>
          <p:nvPr/>
        </p:nvSpPr>
        <p:spPr bwMode="auto">
          <a:xfrm>
            <a:off x="7458156" y="5658694"/>
            <a:ext cx="4253067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lIns="81649" tIns="40824" rIns="81649" bIns="40824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0" name="直接连接符 23" hidden="1"/>
          <p:cNvCxnSpPr/>
          <p:nvPr/>
        </p:nvCxnSpPr>
        <p:spPr>
          <a:xfrm>
            <a:off x="3181350" y="431800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灯片编号占位符 1"/>
          <p:cNvSpPr txBox="1"/>
          <p:nvPr/>
        </p:nvSpPr>
        <p:spPr bwMode="auto">
          <a:xfrm>
            <a:off x="1036638" y="6332538"/>
            <a:ext cx="292100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236" tIns="30618" rIns="61236" bIns="30618" anchor="ctr"/>
          <a:lstStyle>
            <a:defPPr>
              <a:defRPr lang="zh-CN"/>
            </a:defPPr>
            <a:lvl1pPr marL="0" algn="r" defTabSz="108839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612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BA3934-4332-4A09-9D50-E40CC87AC9EB}" type="slidenum">
              <a:rPr kumimoji="0" lang="zh-CN" altLang="en-US" sz="79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</a:fld>
            <a:endParaRPr kumimoji="0" lang="zh-CN" alt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36638" y="6334125"/>
            <a:ext cx="292100" cy="284163"/>
          </a:xfrm>
        </p:spPr>
        <p:txBody>
          <a:bodyPr anchorCtr="1"/>
          <a:lstStyle>
            <a:lvl1pPr algn="ctr">
              <a:defRPr sz="565">
                <a:solidFill>
                  <a:prstClr val="black"/>
                </a:solidFill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0F3ECE0-582D-4C1F-846B-4FF0608BD205}" type="slidenum">
              <a:rPr kumimoji="0" lang="en-US" altLang="zh-CN" sz="5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过渡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4"/>
          <p:cNvCxnSpPr/>
          <p:nvPr/>
        </p:nvCxnSpPr>
        <p:spPr>
          <a:xfrm flipH="1">
            <a:off x="1430338" y="6480175"/>
            <a:ext cx="10620375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5"/>
          <p:cNvCxnSpPr/>
          <p:nvPr/>
        </p:nvCxnSpPr>
        <p:spPr>
          <a:xfrm flipH="1">
            <a:off x="141288" y="6480175"/>
            <a:ext cx="792162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6"/>
          <p:cNvGrpSpPr/>
          <p:nvPr/>
        </p:nvGrpSpPr>
        <p:grpSpPr bwMode="auto">
          <a:xfrm flipH="1">
            <a:off x="974725" y="6269038"/>
            <a:ext cx="414338" cy="422275"/>
            <a:chOff x="7019085" y="157473"/>
            <a:chExt cx="3868830" cy="3952255"/>
          </a:xfrm>
        </p:grpSpPr>
        <p:sp>
          <p:nvSpPr>
            <p:cNvPr id="6" name="椭圆 7"/>
            <p:cNvSpPr/>
            <p:nvPr/>
          </p:nvSpPr>
          <p:spPr>
            <a:xfrm>
              <a:off x="8634806" y="157473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椭圆 8"/>
            <p:cNvSpPr/>
            <p:nvPr/>
          </p:nvSpPr>
          <p:spPr>
            <a:xfrm rot="1542857">
              <a:off x="9361133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椭圆 9"/>
            <p:cNvSpPr/>
            <p:nvPr/>
          </p:nvSpPr>
          <p:spPr>
            <a:xfrm rot="3085714">
              <a:off x="9938502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椭圆 10"/>
            <p:cNvSpPr/>
            <p:nvPr/>
          </p:nvSpPr>
          <p:spPr>
            <a:xfrm rot="7714286">
              <a:off x="9938502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椭圆 11"/>
            <p:cNvSpPr/>
            <p:nvPr/>
          </p:nvSpPr>
          <p:spPr>
            <a:xfrm rot="4628572">
              <a:off x="1026461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椭圆 12"/>
            <p:cNvSpPr/>
            <p:nvPr/>
          </p:nvSpPr>
          <p:spPr>
            <a:xfrm rot="9257143">
              <a:off x="9361133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椭圆 13"/>
            <p:cNvSpPr/>
            <p:nvPr/>
          </p:nvSpPr>
          <p:spPr>
            <a:xfrm rot="6171428">
              <a:off x="1026461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椭圆 14"/>
            <p:cNvSpPr/>
            <p:nvPr/>
          </p:nvSpPr>
          <p:spPr>
            <a:xfrm rot="10800000">
              <a:off x="8634806" y="3485688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椭圆 15"/>
            <p:cNvSpPr/>
            <p:nvPr/>
          </p:nvSpPr>
          <p:spPr>
            <a:xfrm rot="12342857">
              <a:off x="7923298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椭圆 16"/>
            <p:cNvSpPr/>
            <p:nvPr/>
          </p:nvSpPr>
          <p:spPr>
            <a:xfrm rot="13885714">
              <a:off x="7344458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7"/>
            <p:cNvSpPr/>
            <p:nvPr/>
          </p:nvSpPr>
          <p:spPr>
            <a:xfrm rot="20057142">
              <a:off x="7923298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椭圆 18"/>
            <p:cNvSpPr/>
            <p:nvPr/>
          </p:nvSpPr>
          <p:spPr>
            <a:xfrm rot="15428571">
              <a:off x="701835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椭圆 19"/>
            <p:cNvSpPr/>
            <p:nvPr/>
          </p:nvSpPr>
          <p:spPr>
            <a:xfrm rot="16971429">
              <a:off x="701835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椭圆 20"/>
            <p:cNvSpPr/>
            <p:nvPr/>
          </p:nvSpPr>
          <p:spPr>
            <a:xfrm rot="18514286">
              <a:off x="7344458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0" name="Freeform 5"/>
          <p:cNvSpPr>
            <a:spLocks noEditPoints="1"/>
          </p:cNvSpPr>
          <p:nvPr/>
        </p:nvSpPr>
        <p:spPr bwMode="auto">
          <a:xfrm>
            <a:off x="7458156" y="5658694"/>
            <a:ext cx="4253067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lIns="81649" tIns="40824" rIns="81649" bIns="40824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1" name="直接连接符 23" hidden="1"/>
          <p:cNvCxnSpPr/>
          <p:nvPr/>
        </p:nvCxnSpPr>
        <p:spPr>
          <a:xfrm>
            <a:off x="3181350" y="431800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28"/>
          <p:cNvSpPr/>
          <p:nvPr/>
        </p:nvSpPr>
        <p:spPr>
          <a:xfrm flipV="1">
            <a:off x="174625" y="423863"/>
            <a:ext cx="1385888" cy="4318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36" tIns="30618" rIns="61236" bIns="30618" anchor="ctr"/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灯片编号占位符 1"/>
          <p:cNvSpPr txBox="1"/>
          <p:nvPr/>
        </p:nvSpPr>
        <p:spPr bwMode="auto">
          <a:xfrm>
            <a:off x="1036638" y="6332538"/>
            <a:ext cx="292100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236" tIns="30618" rIns="61236" bIns="30618" anchor="ctr"/>
          <a:lstStyle>
            <a:defPPr>
              <a:defRPr lang="zh-CN"/>
            </a:defPPr>
            <a:lvl1pPr marL="0" algn="r" defTabSz="108839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612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E982DC-03EE-47FA-8849-1E75BB0C9B03}" type="slidenum">
              <a:rPr kumimoji="0" lang="zh-CN" altLang="en-US" sz="79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</a:fld>
            <a:endParaRPr kumimoji="0" lang="zh-CN" alt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grpSp>
        <p:nvGrpSpPr>
          <p:cNvPr id="25" name="Group 5"/>
          <p:cNvGrpSpPr/>
          <p:nvPr/>
        </p:nvGrpSpPr>
        <p:grpSpPr bwMode="auto">
          <a:xfrm>
            <a:off x="2206625" y="2352675"/>
            <a:ext cx="7242175" cy="1055688"/>
            <a:chOff x="2958970" y="3138324"/>
            <a:chExt cx="7241239" cy="1057947"/>
          </a:xfrm>
        </p:grpSpPr>
        <p:sp>
          <p:nvSpPr>
            <p:cNvPr id="26" name="矩形 25"/>
            <p:cNvSpPr/>
            <p:nvPr/>
          </p:nvSpPr>
          <p:spPr>
            <a:xfrm>
              <a:off x="4563726" y="3138324"/>
              <a:ext cx="5636483" cy="105794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rgbClr val="FFFFFF"/>
              </a:solidFill>
            </a:ln>
            <a:effectLst>
              <a:outerShdw blurRad="762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 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7" name="矩形 29"/>
            <p:cNvSpPr/>
            <p:nvPr/>
          </p:nvSpPr>
          <p:spPr>
            <a:xfrm>
              <a:off x="2958970" y="3138324"/>
              <a:ext cx="1765072" cy="1057947"/>
            </a:xfrm>
            <a:custGeom>
              <a:avLst/>
              <a:gdLst/>
              <a:ahLst/>
              <a:cxnLst/>
              <a:rect l="l" t="t" r="r" b="b"/>
              <a:pathLst>
                <a:path w="1801608" h="1080120">
                  <a:moveTo>
                    <a:pt x="566538" y="144016"/>
                  </a:moveTo>
                  <a:cubicBezTo>
                    <a:pt x="347809" y="144016"/>
                    <a:pt x="170494" y="321331"/>
                    <a:pt x="170494" y="540060"/>
                  </a:cubicBezTo>
                  <a:cubicBezTo>
                    <a:pt x="170494" y="758789"/>
                    <a:pt x="347809" y="936104"/>
                    <a:pt x="566538" y="936104"/>
                  </a:cubicBezTo>
                  <a:cubicBezTo>
                    <a:pt x="785267" y="936104"/>
                    <a:pt x="962582" y="758789"/>
                    <a:pt x="962582" y="540060"/>
                  </a:cubicBezTo>
                  <a:cubicBezTo>
                    <a:pt x="962582" y="321331"/>
                    <a:pt x="785267" y="144016"/>
                    <a:pt x="566538" y="144016"/>
                  </a:cubicBezTo>
                  <a:close/>
                  <a:moveTo>
                    <a:pt x="0" y="0"/>
                  </a:moveTo>
                  <a:lnTo>
                    <a:pt x="1649800" y="0"/>
                  </a:lnTo>
                  <a:lnTo>
                    <a:pt x="1649800" y="376201"/>
                  </a:lnTo>
                  <a:lnTo>
                    <a:pt x="1801608" y="550380"/>
                  </a:lnTo>
                  <a:lnTo>
                    <a:pt x="1649800" y="703920"/>
                  </a:lnTo>
                  <a:lnTo>
                    <a:pt x="1649800" y="1080120"/>
                  </a:lnTo>
                  <a:lnTo>
                    <a:pt x="0" y="1080120"/>
                  </a:lnTo>
                  <a:close/>
                </a:path>
              </a:pathLst>
            </a:custGeom>
            <a:solidFill>
              <a:srgbClr val="4DB8DD"/>
            </a:solidFill>
            <a:ln w="3175">
              <a:solidFill>
                <a:srgbClr val="FFFFFF"/>
              </a:solidFill>
            </a:ln>
            <a:effectLst>
              <a:outerShdw blurRad="76200" dist="38100" dir="81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652593" y="3346732"/>
              <a:ext cx="28571" cy="612495"/>
            </a:xfrm>
            <a:prstGeom prst="rect">
              <a:avLst/>
            </a:prstGeom>
            <a:gradFill>
              <a:gsLst>
                <a:gs pos="10000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TextBox 80"/>
            <p:cNvSpPr txBox="1"/>
            <p:nvPr/>
          </p:nvSpPr>
          <p:spPr>
            <a:xfrm>
              <a:off x="3946267" y="3481958"/>
              <a:ext cx="617458" cy="370679"/>
            </a:xfrm>
            <a:prstGeom prst="rect">
              <a:avLst/>
            </a:prstGeom>
            <a:noFill/>
          </p:spPr>
          <p:txBody>
            <a:bodyPr anchor="ctr" anchorCtr="1">
              <a:spAutoFit/>
            </a:bodyPr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+mn-cs"/>
                </a:rPr>
                <a:t>02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弧形 29"/>
            <p:cNvSpPr/>
            <p:nvPr/>
          </p:nvSpPr>
          <p:spPr>
            <a:xfrm>
              <a:off x="3143096" y="3297414"/>
              <a:ext cx="741267" cy="739768"/>
            </a:xfrm>
            <a:prstGeom prst="arc">
              <a:avLst>
                <a:gd name="adj1" fmla="val 16200000"/>
                <a:gd name="adj2" fmla="val 5426720"/>
              </a:avLst>
            </a:prstGeom>
            <a:solidFill>
              <a:srgbClr val="4DB8DD"/>
            </a:solidFill>
            <a:ln>
              <a:solidFill>
                <a:srgbClr val="FFFFFF"/>
              </a:solidFill>
            </a:ln>
            <a:effectLst>
              <a:outerShdw blurRad="76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1" name="Group 6"/>
          <p:cNvGrpSpPr/>
          <p:nvPr/>
        </p:nvGrpSpPr>
        <p:grpSpPr bwMode="auto">
          <a:xfrm>
            <a:off x="2206625" y="3508375"/>
            <a:ext cx="7242175" cy="1057275"/>
            <a:chOff x="2958970" y="4295369"/>
            <a:chExt cx="7241239" cy="1057946"/>
          </a:xfrm>
        </p:grpSpPr>
        <p:sp>
          <p:nvSpPr>
            <p:cNvPr id="32" name="矩形 31"/>
            <p:cNvSpPr/>
            <p:nvPr/>
          </p:nvSpPr>
          <p:spPr>
            <a:xfrm>
              <a:off x="4563726" y="4295369"/>
              <a:ext cx="5636483" cy="10579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rgbClr val="FFFFFF"/>
              </a:solidFill>
            </a:ln>
            <a:effectLst>
              <a:outerShdw blurRad="762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矩形 29"/>
            <p:cNvSpPr/>
            <p:nvPr/>
          </p:nvSpPr>
          <p:spPr>
            <a:xfrm>
              <a:off x="2958970" y="4295369"/>
              <a:ext cx="1765072" cy="1057946"/>
            </a:xfrm>
            <a:custGeom>
              <a:avLst/>
              <a:gdLst/>
              <a:ahLst/>
              <a:cxnLst/>
              <a:rect l="l" t="t" r="r" b="b"/>
              <a:pathLst>
                <a:path w="1801608" h="1080120">
                  <a:moveTo>
                    <a:pt x="566538" y="144016"/>
                  </a:moveTo>
                  <a:cubicBezTo>
                    <a:pt x="347809" y="144016"/>
                    <a:pt x="170494" y="321331"/>
                    <a:pt x="170494" y="540060"/>
                  </a:cubicBezTo>
                  <a:cubicBezTo>
                    <a:pt x="170494" y="758789"/>
                    <a:pt x="347809" y="936104"/>
                    <a:pt x="566538" y="936104"/>
                  </a:cubicBezTo>
                  <a:cubicBezTo>
                    <a:pt x="785267" y="936104"/>
                    <a:pt x="962582" y="758789"/>
                    <a:pt x="962582" y="540060"/>
                  </a:cubicBezTo>
                  <a:cubicBezTo>
                    <a:pt x="962582" y="321331"/>
                    <a:pt x="785267" y="144016"/>
                    <a:pt x="566538" y="144016"/>
                  </a:cubicBezTo>
                  <a:close/>
                  <a:moveTo>
                    <a:pt x="0" y="0"/>
                  </a:moveTo>
                  <a:lnTo>
                    <a:pt x="1649800" y="0"/>
                  </a:lnTo>
                  <a:lnTo>
                    <a:pt x="1649800" y="376201"/>
                  </a:lnTo>
                  <a:lnTo>
                    <a:pt x="1801608" y="550380"/>
                  </a:lnTo>
                  <a:lnTo>
                    <a:pt x="1649800" y="703920"/>
                  </a:lnTo>
                  <a:lnTo>
                    <a:pt x="1649800" y="1080120"/>
                  </a:lnTo>
                  <a:lnTo>
                    <a:pt x="0" y="1080120"/>
                  </a:lnTo>
                  <a:close/>
                </a:path>
              </a:pathLst>
            </a:custGeom>
            <a:solidFill>
              <a:srgbClr val="28A9D6"/>
            </a:solidFill>
            <a:ln w="3175">
              <a:solidFill>
                <a:srgbClr val="FFFFFF"/>
              </a:solidFill>
            </a:ln>
            <a:effectLst>
              <a:outerShdw blurRad="76200" dist="38100" dir="81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652593" y="4503464"/>
              <a:ext cx="28571" cy="613164"/>
            </a:xfrm>
            <a:prstGeom prst="rect">
              <a:avLst/>
            </a:prstGeom>
            <a:gradFill>
              <a:gsLst>
                <a:gs pos="10000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5" name="TextBox 89"/>
            <p:cNvSpPr txBox="1"/>
            <p:nvPr/>
          </p:nvSpPr>
          <p:spPr>
            <a:xfrm>
              <a:off x="3946267" y="4640076"/>
              <a:ext cx="617458" cy="368534"/>
            </a:xfrm>
            <a:prstGeom prst="rect">
              <a:avLst/>
            </a:prstGeom>
            <a:noFill/>
          </p:spPr>
          <p:txBody>
            <a:bodyPr anchor="ctr" anchorCtr="1">
              <a:spAutoFit/>
            </a:bodyPr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+mn-cs"/>
                </a:rPr>
                <a:t>03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弧形 35"/>
            <p:cNvSpPr/>
            <p:nvPr/>
          </p:nvSpPr>
          <p:spPr>
            <a:xfrm>
              <a:off x="3143096" y="4454220"/>
              <a:ext cx="741267" cy="740244"/>
            </a:xfrm>
            <a:prstGeom prst="arc">
              <a:avLst>
                <a:gd name="adj1" fmla="val 16200000"/>
                <a:gd name="adj2" fmla="val 10865354"/>
              </a:avLst>
            </a:prstGeom>
            <a:solidFill>
              <a:srgbClr val="28A9D6"/>
            </a:solidFill>
            <a:ln>
              <a:solidFill>
                <a:srgbClr val="FFFFFF"/>
              </a:solidFill>
            </a:ln>
            <a:effectLst>
              <a:outerShdw blurRad="76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7" name="Group 4"/>
          <p:cNvGrpSpPr/>
          <p:nvPr/>
        </p:nvGrpSpPr>
        <p:grpSpPr bwMode="auto">
          <a:xfrm>
            <a:off x="2206625" y="1195388"/>
            <a:ext cx="7242175" cy="1057275"/>
            <a:chOff x="2958970" y="1981019"/>
            <a:chExt cx="7241239" cy="1058209"/>
          </a:xfrm>
        </p:grpSpPr>
        <p:sp>
          <p:nvSpPr>
            <p:cNvPr id="38" name="矩形 37"/>
            <p:cNvSpPr/>
            <p:nvPr/>
          </p:nvSpPr>
          <p:spPr>
            <a:xfrm>
              <a:off x="4563726" y="1981019"/>
              <a:ext cx="5636483" cy="10582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rgbClr val="FFFFFF"/>
              </a:solidFill>
            </a:ln>
            <a:effectLst>
              <a:outerShdw blurRad="762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9" name="矩形 29"/>
            <p:cNvSpPr/>
            <p:nvPr/>
          </p:nvSpPr>
          <p:spPr>
            <a:xfrm>
              <a:off x="2958970" y="1981019"/>
              <a:ext cx="1765072" cy="1058209"/>
            </a:xfrm>
            <a:custGeom>
              <a:avLst/>
              <a:gdLst/>
              <a:ahLst/>
              <a:cxnLst/>
              <a:rect l="l" t="t" r="r" b="b"/>
              <a:pathLst>
                <a:path w="1801608" h="1080120">
                  <a:moveTo>
                    <a:pt x="566538" y="144016"/>
                  </a:moveTo>
                  <a:cubicBezTo>
                    <a:pt x="347809" y="144016"/>
                    <a:pt x="170494" y="321331"/>
                    <a:pt x="170494" y="540060"/>
                  </a:cubicBezTo>
                  <a:cubicBezTo>
                    <a:pt x="170494" y="758789"/>
                    <a:pt x="347809" y="936104"/>
                    <a:pt x="566538" y="936104"/>
                  </a:cubicBezTo>
                  <a:cubicBezTo>
                    <a:pt x="785267" y="936104"/>
                    <a:pt x="962582" y="758789"/>
                    <a:pt x="962582" y="540060"/>
                  </a:cubicBezTo>
                  <a:cubicBezTo>
                    <a:pt x="962582" y="321331"/>
                    <a:pt x="785267" y="144016"/>
                    <a:pt x="566538" y="144016"/>
                  </a:cubicBezTo>
                  <a:close/>
                  <a:moveTo>
                    <a:pt x="0" y="0"/>
                  </a:moveTo>
                  <a:lnTo>
                    <a:pt x="1649800" y="0"/>
                  </a:lnTo>
                  <a:lnTo>
                    <a:pt x="1649800" y="376201"/>
                  </a:lnTo>
                  <a:lnTo>
                    <a:pt x="1801608" y="550380"/>
                  </a:lnTo>
                  <a:lnTo>
                    <a:pt x="1649800" y="703920"/>
                  </a:lnTo>
                  <a:lnTo>
                    <a:pt x="1649800" y="1080120"/>
                  </a:lnTo>
                  <a:lnTo>
                    <a:pt x="0" y="1080120"/>
                  </a:lnTo>
                  <a:close/>
                </a:path>
              </a:pathLst>
            </a:custGeom>
            <a:solidFill>
              <a:srgbClr val="71C6E4"/>
            </a:solidFill>
            <a:ln w="3175">
              <a:solidFill>
                <a:srgbClr val="FFFFFF"/>
              </a:solidFill>
            </a:ln>
            <a:effectLst>
              <a:outerShdw blurRad="76200" dist="38100" dir="81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624021" y="2228888"/>
              <a:ext cx="28571" cy="614905"/>
            </a:xfrm>
            <a:prstGeom prst="rect">
              <a:avLst/>
            </a:prstGeom>
            <a:gradFill>
              <a:gsLst>
                <a:gs pos="10000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46267" y="2325810"/>
              <a:ext cx="565077" cy="368625"/>
            </a:xfrm>
            <a:prstGeom prst="rect">
              <a:avLst/>
            </a:prstGeom>
            <a:noFill/>
          </p:spPr>
          <p:txBody>
            <a:bodyPr anchor="ctr" anchorCtr="1">
              <a:spAutoFit/>
            </a:bodyPr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+mn-cs"/>
                </a:rPr>
                <a:t>01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2" name="TextBox 42"/>
            <p:cNvSpPr txBox="1">
              <a:spLocks noChangeArrowheads="1"/>
            </p:cNvSpPr>
            <p:nvPr/>
          </p:nvSpPr>
          <p:spPr bwMode="auto">
            <a:xfrm>
              <a:off x="4751026" y="2235243"/>
              <a:ext cx="4688869" cy="370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" name="弧形 42"/>
            <p:cNvSpPr/>
            <p:nvPr/>
          </p:nvSpPr>
          <p:spPr>
            <a:xfrm>
              <a:off x="3143096" y="2139909"/>
              <a:ext cx="741267" cy="740429"/>
            </a:xfrm>
            <a:prstGeom prst="arc">
              <a:avLst>
                <a:gd name="adj1" fmla="val 16200000"/>
                <a:gd name="adj2" fmla="val 91353"/>
              </a:avLst>
            </a:prstGeom>
            <a:solidFill>
              <a:srgbClr val="71C6E4"/>
            </a:solidFill>
            <a:ln>
              <a:solidFill>
                <a:srgbClr val="FFFFFF"/>
              </a:solidFill>
            </a:ln>
            <a:effectLst>
              <a:outerShdw blurRad="76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4" name="Group 6"/>
          <p:cNvGrpSpPr/>
          <p:nvPr/>
        </p:nvGrpSpPr>
        <p:grpSpPr bwMode="auto">
          <a:xfrm>
            <a:off x="2206625" y="4675188"/>
            <a:ext cx="7242175" cy="1057275"/>
            <a:chOff x="2958970" y="4295369"/>
            <a:chExt cx="7241239" cy="1057946"/>
          </a:xfrm>
        </p:grpSpPr>
        <p:sp>
          <p:nvSpPr>
            <p:cNvPr id="45" name="矩形 44"/>
            <p:cNvSpPr/>
            <p:nvPr/>
          </p:nvSpPr>
          <p:spPr>
            <a:xfrm>
              <a:off x="4563726" y="4295369"/>
              <a:ext cx="5636483" cy="10579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rgbClr val="FFFFFF"/>
              </a:solidFill>
            </a:ln>
            <a:effectLst>
              <a:outerShdw blurRad="762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6" name="矩形 29"/>
            <p:cNvSpPr/>
            <p:nvPr/>
          </p:nvSpPr>
          <p:spPr>
            <a:xfrm>
              <a:off x="2958970" y="4295369"/>
              <a:ext cx="1765072" cy="1057946"/>
            </a:xfrm>
            <a:custGeom>
              <a:avLst/>
              <a:gdLst/>
              <a:ahLst/>
              <a:cxnLst/>
              <a:rect l="l" t="t" r="r" b="b"/>
              <a:pathLst>
                <a:path w="1801608" h="1080120">
                  <a:moveTo>
                    <a:pt x="566538" y="144016"/>
                  </a:moveTo>
                  <a:cubicBezTo>
                    <a:pt x="347809" y="144016"/>
                    <a:pt x="170494" y="321331"/>
                    <a:pt x="170494" y="540060"/>
                  </a:cubicBezTo>
                  <a:cubicBezTo>
                    <a:pt x="170494" y="758789"/>
                    <a:pt x="347809" y="936104"/>
                    <a:pt x="566538" y="936104"/>
                  </a:cubicBezTo>
                  <a:cubicBezTo>
                    <a:pt x="785267" y="936104"/>
                    <a:pt x="962582" y="758789"/>
                    <a:pt x="962582" y="540060"/>
                  </a:cubicBezTo>
                  <a:cubicBezTo>
                    <a:pt x="962582" y="321331"/>
                    <a:pt x="785267" y="144016"/>
                    <a:pt x="566538" y="144016"/>
                  </a:cubicBezTo>
                  <a:close/>
                  <a:moveTo>
                    <a:pt x="0" y="0"/>
                  </a:moveTo>
                  <a:lnTo>
                    <a:pt x="1649800" y="0"/>
                  </a:lnTo>
                  <a:lnTo>
                    <a:pt x="1649800" y="376201"/>
                  </a:lnTo>
                  <a:lnTo>
                    <a:pt x="1801608" y="550380"/>
                  </a:lnTo>
                  <a:lnTo>
                    <a:pt x="1649800" y="703920"/>
                  </a:lnTo>
                  <a:lnTo>
                    <a:pt x="1649800" y="1080120"/>
                  </a:lnTo>
                  <a:lnTo>
                    <a:pt x="0" y="1080120"/>
                  </a:lnTo>
                  <a:close/>
                </a:path>
              </a:pathLst>
            </a:custGeom>
            <a:solidFill>
              <a:srgbClr val="28A9D6"/>
            </a:solidFill>
            <a:ln w="3175">
              <a:solidFill>
                <a:srgbClr val="FFFFFF"/>
              </a:solidFill>
            </a:ln>
            <a:effectLst>
              <a:outerShdw blurRad="76200" dist="38100" dir="81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9652593" y="4503463"/>
              <a:ext cx="28571" cy="613164"/>
            </a:xfrm>
            <a:prstGeom prst="rect">
              <a:avLst/>
            </a:prstGeom>
            <a:gradFill>
              <a:gsLst>
                <a:gs pos="10000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TextBox 89"/>
            <p:cNvSpPr txBox="1"/>
            <p:nvPr/>
          </p:nvSpPr>
          <p:spPr>
            <a:xfrm>
              <a:off x="3946267" y="4640075"/>
              <a:ext cx="617458" cy="368534"/>
            </a:xfrm>
            <a:prstGeom prst="rect">
              <a:avLst/>
            </a:prstGeom>
            <a:noFill/>
          </p:spPr>
          <p:txBody>
            <a:bodyPr anchor="ctr" anchorCtr="1">
              <a:spAutoFit/>
            </a:bodyPr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+mn-cs"/>
                </a:rPr>
                <a:t>04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弧形 48"/>
            <p:cNvSpPr/>
            <p:nvPr/>
          </p:nvSpPr>
          <p:spPr>
            <a:xfrm>
              <a:off x="3143096" y="4454220"/>
              <a:ext cx="741267" cy="740244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28A9D6"/>
            </a:solidFill>
            <a:ln>
              <a:solidFill>
                <a:srgbClr val="FFFFFF"/>
              </a:solidFill>
            </a:ln>
            <a:effectLst>
              <a:outerShdw blurRad="76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Title 2"/>
          <p:cNvSpPr>
            <a:spLocks noGrp="1"/>
          </p:cNvSpPr>
          <p:nvPr>
            <p:ph type="title"/>
          </p:nvPr>
        </p:nvSpPr>
        <p:spPr bwMode="auto">
          <a:xfrm>
            <a:off x="334611" y="189394"/>
            <a:ext cx="10902951" cy="7761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normAutofit/>
          </a:bodyPr>
          <a:lstStyle>
            <a:lvl1pPr>
              <a:defRPr sz="2475"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0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36638" y="6334125"/>
            <a:ext cx="292100" cy="284163"/>
          </a:xfrm>
        </p:spPr>
        <p:txBody>
          <a:bodyPr anchorCtr="1"/>
          <a:lstStyle>
            <a:lvl1pPr algn="ctr">
              <a:defRPr sz="565">
                <a:solidFill>
                  <a:prstClr val="black"/>
                </a:solidFill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C8BBE3D-9E9B-4E46-B804-E5CEDDDE7963}" type="slidenum">
              <a:rPr kumimoji="0" lang="en-US" altLang="zh-CN" sz="5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0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 noEditPoints="1"/>
          </p:cNvSpPr>
          <p:nvPr/>
        </p:nvSpPr>
        <p:spPr bwMode="auto">
          <a:xfrm>
            <a:off x="0" y="263127"/>
            <a:ext cx="12192000" cy="235337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/>
                </a:gs>
              </a:gsLst>
              <a:lin ang="5400000" scaled="1"/>
            </a:gradFill>
          </a:ln>
          <a:effectLst/>
        </p:spPr>
        <p:txBody>
          <a:bodyPr lIns="68589" tIns="34295" rIns="68589" bIns="34295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0" y="2625725"/>
            <a:ext cx="12192000" cy="1714500"/>
          </a:xfrm>
          <a:prstGeom prst="rect">
            <a:avLst/>
          </a:pr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9" tIns="34295" rIns="68589" bIns="34295"/>
          <a:lstStyle>
            <a:lvl1pPr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15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4371975"/>
            <a:ext cx="12192000" cy="0"/>
          </a:xfrm>
          <a:prstGeom prst="line">
            <a:avLst/>
          </a:prstGeom>
          <a:ln w="19050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0" y="4794250"/>
            <a:ext cx="12192000" cy="635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4860925"/>
            <a:ext cx="12192000" cy="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4926013"/>
            <a:ext cx="12192000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261382"/>
            <a:ext cx="12192000" cy="235337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/>
                </a:gs>
              </a:gsLst>
              <a:lin ang="5400000" scaled="1"/>
            </a:gradFill>
          </a:ln>
          <a:effectLst/>
        </p:spPr>
        <p:txBody>
          <a:bodyPr lIns="68589" tIns="34295" rIns="68589" bIns="34295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1139273" y="2698316"/>
            <a:ext cx="10586555" cy="92345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 w="3175">
                  <a:solidFill>
                    <a:srgbClr val="31A5D7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感谢各位评审专家！</a:t>
            </a:r>
            <a:endParaRPr kumimoji="0" lang="zh-CN" altLang="en-US" sz="5400" b="1" i="0" u="none" strike="noStrike" kern="1200" cap="none" spc="0" normalizeH="0" baseline="0" noProof="0" dirty="0">
              <a:ln w="3175">
                <a:solidFill>
                  <a:srgbClr val="31A5D7"/>
                </a:solidFill>
              </a:ln>
              <a:solidFill>
                <a:srgbClr val="FFC000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939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5395AD-65C5-4B07-8736-80AC92688621}" type="slidenum">
              <a:rPr kumimoji="0" lang="en-US" altLang="zh-CN" sz="79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5796BE-D71C-4498-B214-52A1AAD51E4B}" type="slidenum">
              <a:rPr kumimoji="0" lang="en-US" altLang="zh-CN" sz="79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3306175-4EE5-42A4-BDF1-1B1225D60162}" type="slidenum">
              <a:rPr kumimoji="0" lang="en-US" altLang="zh-CN" sz="79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/>
          <p:cNvSpPr>
            <a:spLocks noEditPoints="1"/>
          </p:cNvSpPr>
          <p:nvPr/>
        </p:nvSpPr>
        <p:spPr bwMode="auto">
          <a:xfrm>
            <a:off x="0" y="263127"/>
            <a:ext cx="12192000" cy="235337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/>
                </a:gs>
              </a:gsLst>
              <a:lin ang="5400000" scaled="1"/>
            </a:gradFill>
          </a:ln>
          <a:effectLst/>
        </p:spPr>
        <p:txBody>
          <a:bodyPr lIns="68589" tIns="34295" rIns="68589" bIns="34295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0" y="2625725"/>
            <a:ext cx="12192000" cy="1714500"/>
          </a:xfrm>
          <a:prstGeom prst="rect">
            <a:avLst/>
          </a:pr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9" tIns="34295" rIns="68589" bIns="34295"/>
          <a:lstStyle>
            <a:lvl1pPr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15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0" y="4371975"/>
            <a:ext cx="12192000" cy="0"/>
          </a:xfrm>
          <a:prstGeom prst="line">
            <a:avLst/>
          </a:prstGeom>
          <a:ln w="19050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4794250"/>
            <a:ext cx="4319588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4860925"/>
            <a:ext cx="4319588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0" y="4926013"/>
            <a:ext cx="4319588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872413" y="4794250"/>
            <a:ext cx="4319587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7872413" y="4860925"/>
            <a:ext cx="4319587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872413" y="4926013"/>
            <a:ext cx="4319587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标题 17"/>
          <p:cNvSpPr>
            <a:spLocks noGrp="1"/>
          </p:cNvSpPr>
          <p:nvPr>
            <p:ph type="title"/>
          </p:nvPr>
        </p:nvSpPr>
        <p:spPr>
          <a:xfrm>
            <a:off x="838200" y="2820181"/>
            <a:ext cx="10515600" cy="1325563"/>
          </a:xfrm>
          <a:ln>
            <a:noFill/>
          </a:ln>
          <a:effectLst>
            <a:outerShdw blurRad="107950" dist="12700" dir="5400000" algn="ctr">
              <a:srgbClr val="000000"/>
            </a:outerShdw>
          </a:effectLst>
        </p:spPr>
        <p:txBody>
          <a:bodyPr/>
          <a:lstStyle>
            <a:lvl1pPr algn="ctr">
              <a:defRPr b="1">
                <a:solidFill>
                  <a:schemeClr val="bg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过渡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4"/>
          <p:cNvCxnSpPr/>
          <p:nvPr/>
        </p:nvCxnSpPr>
        <p:spPr>
          <a:xfrm flipH="1">
            <a:off x="1430338" y="6480175"/>
            <a:ext cx="10620375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5"/>
          <p:cNvCxnSpPr/>
          <p:nvPr/>
        </p:nvCxnSpPr>
        <p:spPr>
          <a:xfrm flipH="1">
            <a:off x="141288" y="6480175"/>
            <a:ext cx="792162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组合 6"/>
          <p:cNvGrpSpPr/>
          <p:nvPr/>
        </p:nvGrpSpPr>
        <p:grpSpPr bwMode="auto">
          <a:xfrm flipH="1">
            <a:off x="974725" y="6269038"/>
            <a:ext cx="414338" cy="422275"/>
            <a:chOff x="7019085" y="157473"/>
            <a:chExt cx="3868830" cy="3952255"/>
          </a:xfrm>
        </p:grpSpPr>
        <p:sp>
          <p:nvSpPr>
            <p:cNvPr id="7" name="椭圆 7"/>
            <p:cNvSpPr/>
            <p:nvPr/>
          </p:nvSpPr>
          <p:spPr>
            <a:xfrm>
              <a:off x="8634806" y="157473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椭圆 8"/>
            <p:cNvSpPr/>
            <p:nvPr/>
          </p:nvSpPr>
          <p:spPr>
            <a:xfrm rot="1542857">
              <a:off x="9361133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椭圆 9"/>
            <p:cNvSpPr/>
            <p:nvPr/>
          </p:nvSpPr>
          <p:spPr>
            <a:xfrm rot="3085714">
              <a:off x="9938502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椭圆 10"/>
            <p:cNvSpPr/>
            <p:nvPr/>
          </p:nvSpPr>
          <p:spPr>
            <a:xfrm rot="7714286">
              <a:off x="9938502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椭圆 11"/>
            <p:cNvSpPr/>
            <p:nvPr/>
          </p:nvSpPr>
          <p:spPr>
            <a:xfrm rot="4628572">
              <a:off x="1026461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椭圆 12"/>
            <p:cNvSpPr/>
            <p:nvPr/>
          </p:nvSpPr>
          <p:spPr>
            <a:xfrm rot="9257143">
              <a:off x="9361133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椭圆 13"/>
            <p:cNvSpPr/>
            <p:nvPr/>
          </p:nvSpPr>
          <p:spPr>
            <a:xfrm rot="6171428">
              <a:off x="1026461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椭圆 14"/>
            <p:cNvSpPr/>
            <p:nvPr/>
          </p:nvSpPr>
          <p:spPr>
            <a:xfrm rot="10800000">
              <a:off x="8634806" y="3485688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椭圆 15"/>
            <p:cNvSpPr/>
            <p:nvPr/>
          </p:nvSpPr>
          <p:spPr>
            <a:xfrm rot="12342857">
              <a:off x="7923298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6"/>
            <p:cNvSpPr/>
            <p:nvPr/>
          </p:nvSpPr>
          <p:spPr>
            <a:xfrm rot="13885714">
              <a:off x="7344458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椭圆 17"/>
            <p:cNvSpPr/>
            <p:nvPr/>
          </p:nvSpPr>
          <p:spPr>
            <a:xfrm rot="20057142">
              <a:off x="7923298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椭圆 18"/>
            <p:cNvSpPr/>
            <p:nvPr/>
          </p:nvSpPr>
          <p:spPr>
            <a:xfrm rot="15428571">
              <a:off x="701835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椭圆 19"/>
            <p:cNvSpPr/>
            <p:nvPr/>
          </p:nvSpPr>
          <p:spPr>
            <a:xfrm rot="16971429">
              <a:off x="701835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0" name="椭圆 20"/>
            <p:cNvSpPr/>
            <p:nvPr/>
          </p:nvSpPr>
          <p:spPr>
            <a:xfrm rot="18514286">
              <a:off x="7344458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1" name="Freeform 5"/>
          <p:cNvSpPr>
            <a:spLocks noEditPoints="1"/>
          </p:cNvSpPr>
          <p:nvPr/>
        </p:nvSpPr>
        <p:spPr bwMode="auto">
          <a:xfrm>
            <a:off x="7458156" y="5658694"/>
            <a:ext cx="4253067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lIns="81649" tIns="40824" rIns="81649" bIns="40824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2" name="直接连接符 23" hidden="1"/>
          <p:cNvCxnSpPr/>
          <p:nvPr/>
        </p:nvCxnSpPr>
        <p:spPr>
          <a:xfrm>
            <a:off x="3181350" y="431800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任意多边形 28"/>
          <p:cNvSpPr/>
          <p:nvPr/>
        </p:nvSpPr>
        <p:spPr>
          <a:xfrm flipV="1">
            <a:off x="174625" y="546100"/>
            <a:ext cx="1385888" cy="4318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36" tIns="30618" rIns="61236" bIns="30618" anchor="ctr"/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4" name="灯片编号占位符 1"/>
          <p:cNvSpPr txBox="1"/>
          <p:nvPr/>
        </p:nvSpPr>
        <p:spPr bwMode="auto">
          <a:xfrm>
            <a:off x="1036638" y="6332538"/>
            <a:ext cx="292100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236" tIns="30618" rIns="61236" bIns="30618" anchor="ctr"/>
          <a:lstStyle>
            <a:defPPr>
              <a:defRPr lang="zh-CN"/>
            </a:defPPr>
            <a:lvl1pPr marL="0" algn="r" defTabSz="108839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612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E239152-DB7D-42BF-9E96-583E1AC0CE8E}" type="slidenum">
              <a:rPr kumimoji="0" lang="zh-CN" altLang="en-US" sz="6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</a:fld>
            <a:endParaRPr kumimoji="0" lang="zh-CN" alt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25" name="Content Placeholder 24"/>
          <p:cNvSpPr>
            <a:spLocks noGrp="1"/>
          </p:cNvSpPr>
          <p:nvPr>
            <p:ph sz="quarter" idx="13" hasCustomPrompt="1"/>
          </p:nvPr>
        </p:nvSpPr>
        <p:spPr>
          <a:xfrm>
            <a:off x="573211" y="1269243"/>
            <a:ext cx="11138015" cy="4927042"/>
          </a:xfrm>
          <a:prstGeom prst="rect">
            <a:avLst/>
          </a:prstGeom>
        </p:spPr>
        <p:txBody>
          <a:bodyPr/>
          <a:lstStyle>
            <a:lvl1pPr>
              <a:defRPr sz="3000" baseline="0"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663575" indent="-255270">
              <a:buFontTx/>
              <a:buChar char="•"/>
              <a:defRPr sz="2550" baseline="0">
                <a:latin typeface="Times New Roman" panose="02020603050405020304" pitchFamily="18" charset="0"/>
                <a:ea typeface="华文细黑" panose="02010600040101010101" pitchFamily="2" charset="-122"/>
              </a:defRPr>
            </a:lvl2pPr>
            <a:lvl3pPr>
              <a:defRPr sz="1855"/>
            </a:lvl3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31" name="Title 1"/>
          <p:cNvSpPr>
            <a:spLocks noGrp="1"/>
          </p:cNvSpPr>
          <p:nvPr>
            <p:ph type="title"/>
          </p:nvPr>
        </p:nvSpPr>
        <p:spPr>
          <a:xfrm>
            <a:off x="286605" y="261385"/>
            <a:ext cx="10903424" cy="77640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300" b="1">
                <a:solidFill>
                  <a:srgbClr val="99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6" name="灯片编号占位符 3"/>
          <p:cNvSpPr>
            <a:spLocks noGrp="1"/>
          </p:cNvSpPr>
          <p:nvPr>
            <p:ph type="sldNum" sz="quarter" idx="14"/>
          </p:nvPr>
        </p:nvSpPr>
        <p:spPr>
          <a:xfrm>
            <a:off x="1036638" y="6334125"/>
            <a:ext cx="292100" cy="284163"/>
          </a:xfrm>
        </p:spPr>
        <p:txBody>
          <a:bodyPr anchorCtr="1"/>
          <a:lstStyle>
            <a:lvl1pPr algn="ctr">
              <a:defRPr sz="565">
                <a:solidFill>
                  <a:prstClr val="black"/>
                </a:solidFill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BE72734-15AA-4BF4-9AE8-B74D4E631A38}" type="slidenum">
              <a:rPr kumimoji="0" lang="en-US" altLang="zh-CN" sz="5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过渡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4"/>
          <p:cNvCxnSpPr/>
          <p:nvPr/>
        </p:nvCxnSpPr>
        <p:spPr>
          <a:xfrm flipH="1">
            <a:off x="1430338" y="6480175"/>
            <a:ext cx="10620375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5"/>
          <p:cNvCxnSpPr/>
          <p:nvPr/>
        </p:nvCxnSpPr>
        <p:spPr>
          <a:xfrm flipH="1">
            <a:off x="141288" y="6480175"/>
            <a:ext cx="792162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6"/>
          <p:cNvGrpSpPr/>
          <p:nvPr/>
        </p:nvGrpSpPr>
        <p:grpSpPr bwMode="auto">
          <a:xfrm flipH="1">
            <a:off x="974725" y="6269038"/>
            <a:ext cx="414338" cy="422275"/>
            <a:chOff x="7019085" y="157473"/>
            <a:chExt cx="3868830" cy="3952255"/>
          </a:xfrm>
        </p:grpSpPr>
        <p:sp>
          <p:nvSpPr>
            <p:cNvPr id="5" name="椭圆 7"/>
            <p:cNvSpPr/>
            <p:nvPr/>
          </p:nvSpPr>
          <p:spPr>
            <a:xfrm>
              <a:off x="8634806" y="157473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椭圆 8"/>
            <p:cNvSpPr/>
            <p:nvPr/>
          </p:nvSpPr>
          <p:spPr>
            <a:xfrm rot="1542857">
              <a:off x="9361133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椭圆 9"/>
            <p:cNvSpPr/>
            <p:nvPr/>
          </p:nvSpPr>
          <p:spPr>
            <a:xfrm rot="3085714">
              <a:off x="9938502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椭圆 10"/>
            <p:cNvSpPr/>
            <p:nvPr/>
          </p:nvSpPr>
          <p:spPr>
            <a:xfrm rot="7714286">
              <a:off x="9938502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椭圆 11"/>
            <p:cNvSpPr/>
            <p:nvPr/>
          </p:nvSpPr>
          <p:spPr>
            <a:xfrm rot="4628572">
              <a:off x="1026461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椭圆 12"/>
            <p:cNvSpPr/>
            <p:nvPr/>
          </p:nvSpPr>
          <p:spPr>
            <a:xfrm rot="9257143">
              <a:off x="9361133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椭圆 13"/>
            <p:cNvSpPr/>
            <p:nvPr/>
          </p:nvSpPr>
          <p:spPr>
            <a:xfrm rot="6171428">
              <a:off x="1026461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椭圆 14"/>
            <p:cNvSpPr/>
            <p:nvPr/>
          </p:nvSpPr>
          <p:spPr>
            <a:xfrm rot="10800000">
              <a:off x="8634806" y="3485688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椭圆 15"/>
            <p:cNvSpPr/>
            <p:nvPr/>
          </p:nvSpPr>
          <p:spPr>
            <a:xfrm rot="12342857">
              <a:off x="7923298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椭圆 16"/>
            <p:cNvSpPr/>
            <p:nvPr/>
          </p:nvSpPr>
          <p:spPr>
            <a:xfrm rot="13885714">
              <a:off x="7344458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椭圆 17"/>
            <p:cNvSpPr/>
            <p:nvPr/>
          </p:nvSpPr>
          <p:spPr>
            <a:xfrm rot="20057142">
              <a:off x="7923298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8"/>
            <p:cNvSpPr/>
            <p:nvPr/>
          </p:nvSpPr>
          <p:spPr>
            <a:xfrm rot="15428571">
              <a:off x="701835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椭圆 19"/>
            <p:cNvSpPr/>
            <p:nvPr/>
          </p:nvSpPr>
          <p:spPr>
            <a:xfrm rot="16971429">
              <a:off x="701835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椭圆 20"/>
            <p:cNvSpPr/>
            <p:nvPr/>
          </p:nvSpPr>
          <p:spPr>
            <a:xfrm rot="18514286">
              <a:off x="7344458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9" name="Freeform 5"/>
          <p:cNvSpPr>
            <a:spLocks noEditPoints="1"/>
          </p:cNvSpPr>
          <p:nvPr/>
        </p:nvSpPr>
        <p:spPr bwMode="auto">
          <a:xfrm>
            <a:off x="7458156" y="5658694"/>
            <a:ext cx="4253067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lIns="81649" tIns="40824" rIns="81649" bIns="40824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0" name="直接连接符 23" hidden="1"/>
          <p:cNvCxnSpPr/>
          <p:nvPr/>
        </p:nvCxnSpPr>
        <p:spPr>
          <a:xfrm>
            <a:off x="3181350" y="431800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任意多边形 28"/>
          <p:cNvSpPr/>
          <p:nvPr/>
        </p:nvSpPr>
        <p:spPr>
          <a:xfrm flipV="1">
            <a:off x="174625" y="423863"/>
            <a:ext cx="1385888" cy="4318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36" tIns="30618" rIns="61236" bIns="30618" anchor="ctr"/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2" name="灯片编号占位符 1"/>
          <p:cNvSpPr txBox="1"/>
          <p:nvPr/>
        </p:nvSpPr>
        <p:spPr bwMode="auto">
          <a:xfrm>
            <a:off x="1036638" y="6332538"/>
            <a:ext cx="292100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236" tIns="30618" rIns="61236" bIns="30618" anchor="ctr"/>
          <a:lstStyle>
            <a:defPPr>
              <a:defRPr lang="zh-CN"/>
            </a:defPPr>
            <a:lvl1pPr marL="0" algn="r" defTabSz="108839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612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3A71962-9A6E-4B2E-9D97-234502C17C73}" type="slidenum">
              <a:rPr kumimoji="0" lang="zh-CN" altLang="en-US" sz="79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</a:fld>
            <a:endParaRPr kumimoji="0" lang="zh-CN" alt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23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36638" y="6334125"/>
            <a:ext cx="292100" cy="284163"/>
          </a:xfrm>
        </p:spPr>
        <p:txBody>
          <a:bodyPr anchorCtr="1"/>
          <a:lstStyle>
            <a:lvl1pPr algn="ctr">
              <a:defRPr sz="565">
                <a:solidFill>
                  <a:prstClr val="black"/>
                </a:solidFill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4ECA0AD-1981-4846-91E2-174855311FE0}" type="slidenum">
              <a:rPr kumimoji="0" lang="en-US" altLang="zh-CN" sz="5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过渡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4"/>
          <p:cNvCxnSpPr/>
          <p:nvPr/>
        </p:nvCxnSpPr>
        <p:spPr>
          <a:xfrm flipH="1">
            <a:off x="1430338" y="6480175"/>
            <a:ext cx="10620375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5"/>
          <p:cNvCxnSpPr/>
          <p:nvPr/>
        </p:nvCxnSpPr>
        <p:spPr>
          <a:xfrm flipH="1">
            <a:off x="141288" y="6480175"/>
            <a:ext cx="792162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6"/>
          <p:cNvGrpSpPr/>
          <p:nvPr/>
        </p:nvGrpSpPr>
        <p:grpSpPr bwMode="auto">
          <a:xfrm flipH="1">
            <a:off x="974725" y="6269038"/>
            <a:ext cx="414338" cy="422275"/>
            <a:chOff x="7019085" y="157473"/>
            <a:chExt cx="3868830" cy="3952255"/>
          </a:xfrm>
        </p:grpSpPr>
        <p:sp>
          <p:nvSpPr>
            <p:cNvPr id="5" name="椭圆 7"/>
            <p:cNvSpPr/>
            <p:nvPr/>
          </p:nvSpPr>
          <p:spPr>
            <a:xfrm>
              <a:off x="8634806" y="157473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6" name="椭圆 8"/>
            <p:cNvSpPr/>
            <p:nvPr/>
          </p:nvSpPr>
          <p:spPr>
            <a:xfrm rot="1542857">
              <a:off x="9361133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椭圆 9"/>
            <p:cNvSpPr/>
            <p:nvPr/>
          </p:nvSpPr>
          <p:spPr>
            <a:xfrm rot="3085714">
              <a:off x="9938502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椭圆 10"/>
            <p:cNvSpPr/>
            <p:nvPr/>
          </p:nvSpPr>
          <p:spPr>
            <a:xfrm rot="7714286">
              <a:off x="9938502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椭圆 11"/>
            <p:cNvSpPr/>
            <p:nvPr/>
          </p:nvSpPr>
          <p:spPr>
            <a:xfrm rot="4628572">
              <a:off x="1026461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椭圆 12"/>
            <p:cNvSpPr/>
            <p:nvPr/>
          </p:nvSpPr>
          <p:spPr>
            <a:xfrm rot="9257143">
              <a:off x="9361133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椭圆 13"/>
            <p:cNvSpPr/>
            <p:nvPr/>
          </p:nvSpPr>
          <p:spPr>
            <a:xfrm rot="6171428">
              <a:off x="1026461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椭圆 14"/>
            <p:cNvSpPr/>
            <p:nvPr/>
          </p:nvSpPr>
          <p:spPr>
            <a:xfrm rot="10800000">
              <a:off x="8634806" y="3485688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椭圆 15"/>
            <p:cNvSpPr/>
            <p:nvPr/>
          </p:nvSpPr>
          <p:spPr>
            <a:xfrm rot="12342857">
              <a:off x="7923298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椭圆 16"/>
            <p:cNvSpPr/>
            <p:nvPr/>
          </p:nvSpPr>
          <p:spPr>
            <a:xfrm rot="13885714">
              <a:off x="7344458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椭圆 17"/>
            <p:cNvSpPr/>
            <p:nvPr/>
          </p:nvSpPr>
          <p:spPr>
            <a:xfrm rot="20057142">
              <a:off x="7923298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8"/>
            <p:cNvSpPr/>
            <p:nvPr/>
          </p:nvSpPr>
          <p:spPr>
            <a:xfrm rot="15428571">
              <a:off x="701835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椭圆 19"/>
            <p:cNvSpPr/>
            <p:nvPr/>
          </p:nvSpPr>
          <p:spPr>
            <a:xfrm rot="16971429">
              <a:off x="701835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椭圆 20"/>
            <p:cNvSpPr/>
            <p:nvPr/>
          </p:nvSpPr>
          <p:spPr>
            <a:xfrm rot="18514286">
              <a:off x="7344458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9" name="Freeform 5"/>
          <p:cNvSpPr>
            <a:spLocks noEditPoints="1"/>
          </p:cNvSpPr>
          <p:nvPr/>
        </p:nvSpPr>
        <p:spPr bwMode="auto">
          <a:xfrm>
            <a:off x="7458156" y="5658694"/>
            <a:ext cx="4253067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lIns="81649" tIns="40824" rIns="81649" bIns="40824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0" name="直接连接符 23" hidden="1"/>
          <p:cNvCxnSpPr/>
          <p:nvPr/>
        </p:nvCxnSpPr>
        <p:spPr>
          <a:xfrm>
            <a:off x="3181350" y="431800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灯片编号占位符 1"/>
          <p:cNvSpPr txBox="1"/>
          <p:nvPr/>
        </p:nvSpPr>
        <p:spPr bwMode="auto">
          <a:xfrm>
            <a:off x="1036638" y="6332538"/>
            <a:ext cx="292100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236" tIns="30618" rIns="61236" bIns="30618" anchor="ctr"/>
          <a:lstStyle>
            <a:defPPr>
              <a:defRPr lang="zh-CN"/>
            </a:defPPr>
            <a:lvl1pPr marL="0" algn="r" defTabSz="108839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612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4BA3934-4332-4A09-9D50-E40CC87AC9EB}" type="slidenum">
              <a:rPr kumimoji="0" lang="zh-CN" altLang="en-US" sz="79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</a:fld>
            <a:endParaRPr kumimoji="0" lang="zh-CN" alt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sp>
        <p:nvSpPr>
          <p:cNvPr id="22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36638" y="6334125"/>
            <a:ext cx="292100" cy="284163"/>
          </a:xfrm>
        </p:spPr>
        <p:txBody>
          <a:bodyPr anchorCtr="1"/>
          <a:lstStyle>
            <a:lvl1pPr algn="ctr">
              <a:defRPr sz="565">
                <a:solidFill>
                  <a:prstClr val="black"/>
                </a:solidFill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0F3ECE0-582D-4C1F-846B-4FF0608BD205}" type="slidenum">
              <a:rPr kumimoji="0" lang="en-US" altLang="zh-CN" sz="5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过渡页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4"/>
          <p:cNvCxnSpPr/>
          <p:nvPr/>
        </p:nvCxnSpPr>
        <p:spPr>
          <a:xfrm flipH="1">
            <a:off x="1430338" y="6480175"/>
            <a:ext cx="10620375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5"/>
          <p:cNvCxnSpPr/>
          <p:nvPr/>
        </p:nvCxnSpPr>
        <p:spPr>
          <a:xfrm flipH="1">
            <a:off x="141288" y="6480175"/>
            <a:ext cx="792162" cy="0"/>
          </a:xfrm>
          <a:prstGeom prst="line">
            <a:avLst/>
          </a:prstGeom>
          <a:ln w="158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6"/>
          <p:cNvGrpSpPr/>
          <p:nvPr/>
        </p:nvGrpSpPr>
        <p:grpSpPr bwMode="auto">
          <a:xfrm flipH="1">
            <a:off x="974725" y="6269038"/>
            <a:ext cx="414338" cy="422275"/>
            <a:chOff x="7019085" y="157473"/>
            <a:chExt cx="3868830" cy="3952255"/>
          </a:xfrm>
        </p:grpSpPr>
        <p:sp>
          <p:nvSpPr>
            <p:cNvPr id="6" name="椭圆 7"/>
            <p:cNvSpPr/>
            <p:nvPr/>
          </p:nvSpPr>
          <p:spPr>
            <a:xfrm>
              <a:off x="8634806" y="157473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7" name="椭圆 8"/>
            <p:cNvSpPr/>
            <p:nvPr/>
          </p:nvSpPr>
          <p:spPr>
            <a:xfrm rot="1542857">
              <a:off x="9361133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8" name="椭圆 9"/>
            <p:cNvSpPr/>
            <p:nvPr/>
          </p:nvSpPr>
          <p:spPr>
            <a:xfrm rot="3085714">
              <a:off x="9938502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9" name="椭圆 10"/>
            <p:cNvSpPr/>
            <p:nvPr/>
          </p:nvSpPr>
          <p:spPr>
            <a:xfrm rot="7714286">
              <a:off x="9938502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椭圆 11"/>
            <p:cNvSpPr/>
            <p:nvPr/>
          </p:nvSpPr>
          <p:spPr>
            <a:xfrm rot="4628572">
              <a:off x="1026461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椭圆 12"/>
            <p:cNvSpPr/>
            <p:nvPr/>
          </p:nvSpPr>
          <p:spPr>
            <a:xfrm rot="9257143">
              <a:off x="9361133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2" name="椭圆 13"/>
            <p:cNvSpPr/>
            <p:nvPr/>
          </p:nvSpPr>
          <p:spPr>
            <a:xfrm rot="6171428">
              <a:off x="1026461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3" name="椭圆 14"/>
            <p:cNvSpPr/>
            <p:nvPr/>
          </p:nvSpPr>
          <p:spPr>
            <a:xfrm rot="10800000">
              <a:off x="8634806" y="3485688"/>
              <a:ext cx="637388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4" name="椭圆 15"/>
            <p:cNvSpPr/>
            <p:nvPr/>
          </p:nvSpPr>
          <p:spPr>
            <a:xfrm rot="12342857">
              <a:off x="7923298" y="3322244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5" name="椭圆 16"/>
            <p:cNvSpPr/>
            <p:nvPr/>
          </p:nvSpPr>
          <p:spPr>
            <a:xfrm rot="13885714">
              <a:off x="7344458" y="2862383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6" name="椭圆 17"/>
            <p:cNvSpPr/>
            <p:nvPr/>
          </p:nvSpPr>
          <p:spPr>
            <a:xfrm rot="20057142">
              <a:off x="7923298" y="320907"/>
              <a:ext cx="622570" cy="62404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7" name="椭圆 18"/>
            <p:cNvSpPr/>
            <p:nvPr/>
          </p:nvSpPr>
          <p:spPr>
            <a:xfrm rot="15428571">
              <a:off x="7018350" y="2193764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8" name="椭圆 19"/>
            <p:cNvSpPr/>
            <p:nvPr/>
          </p:nvSpPr>
          <p:spPr>
            <a:xfrm rot="16971429">
              <a:off x="7018350" y="1450858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9" name="椭圆 20"/>
            <p:cNvSpPr/>
            <p:nvPr/>
          </p:nvSpPr>
          <p:spPr>
            <a:xfrm rot="18514286">
              <a:off x="7344458" y="782249"/>
              <a:ext cx="624040" cy="622570"/>
            </a:xfrm>
            <a:prstGeom prst="ellipse">
              <a:avLst/>
            </a:prstGeom>
            <a:solidFill>
              <a:srgbClr val="28A9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0" name="Freeform 5"/>
          <p:cNvSpPr>
            <a:spLocks noEditPoints="1"/>
          </p:cNvSpPr>
          <p:nvPr/>
        </p:nvSpPr>
        <p:spPr bwMode="auto">
          <a:xfrm>
            <a:off x="7458156" y="5658694"/>
            <a:ext cx="4253067" cy="82114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>
                    <a:alpha val="75000"/>
                  </a:srgbClr>
                </a:gs>
              </a:gsLst>
              <a:lin ang="5400000" scaled="1"/>
            </a:gradFill>
          </a:ln>
          <a:effectLst/>
        </p:spPr>
        <p:txBody>
          <a:bodyPr lIns="81649" tIns="40824" rIns="81649" bIns="40824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3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21" name="直接连接符 23" hidden="1"/>
          <p:cNvCxnSpPr/>
          <p:nvPr/>
        </p:nvCxnSpPr>
        <p:spPr>
          <a:xfrm>
            <a:off x="3181350" y="431800"/>
            <a:ext cx="0" cy="525463"/>
          </a:xfrm>
          <a:prstGeom prst="line">
            <a:avLst/>
          </a:prstGeom>
          <a:ln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任意多边形 28"/>
          <p:cNvSpPr/>
          <p:nvPr/>
        </p:nvSpPr>
        <p:spPr>
          <a:xfrm flipV="1">
            <a:off x="174625" y="423863"/>
            <a:ext cx="1385888" cy="431800"/>
          </a:xfrm>
          <a:custGeom>
            <a:avLst/>
            <a:gdLst>
              <a:gd name="connsiteX0" fmla="*/ 167822 w 1386790"/>
              <a:gd name="connsiteY0" fmla="*/ 524933 h 524933"/>
              <a:gd name="connsiteX1" fmla="*/ 168846 w 1386790"/>
              <a:gd name="connsiteY1" fmla="*/ 524933 h 524933"/>
              <a:gd name="connsiteX2" fmla="*/ 168846 w 1386790"/>
              <a:gd name="connsiteY2" fmla="*/ 14598 h 524933"/>
              <a:gd name="connsiteX3" fmla="*/ 1386790 w 1386790"/>
              <a:gd name="connsiteY3" fmla="*/ 14598 h 524933"/>
              <a:gd name="connsiteX4" fmla="*/ 1386790 w 1386790"/>
              <a:gd name="connsiteY4" fmla="*/ 0 h 524933"/>
              <a:gd name="connsiteX5" fmla="*/ 167822 w 1386790"/>
              <a:gd name="connsiteY5" fmla="*/ 0 h 524933"/>
              <a:gd name="connsiteX6" fmla="*/ 152999 w 1386790"/>
              <a:gd name="connsiteY6" fmla="*/ 0 h 524933"/>
              <a:gd name="connsiteX7" fmla="*/ 152999 w 1386790"/>
              <a:gd name="connsiteY7" fmla="*/ 507260 h 524933"/>
              <a:gd name="connsiteX8" fmla="*/ 107280 w 1386790"/>
              <a:gd name="connsiteY8" fmla="*/ 507260 h 524933"/>
              <a:gd name="connsiteX9" fmla="*/ 107280 w 1386790"/>
              <a:gd name="connsiteY9" fmla="*/ 0 h 524933"/>
              <a:gd name="connsiteX10" fmla="*/ 0 w 1386790"/>
              <a:gd name="connsiteY10" fmla="*/ 0 h 524933"/>
              <a:gd name="connsiteX11" fmla="*/ 0 w 1386790"/>
              <a:gd name="connsiteY11" fmla="*/ 524932 h 524933"/>
              <a:gd name="connsiteX12" fmla="*/ 33834 w 1386790"/>
              <a:gd name="connsiteY12" fmla="*/ 524932 h 524933"/>
              <a:gd name="connsiteX13" fmla="*/ 33834 w 1386790"/>
              <a:gd name="connsiteY13" fmla="*/ 23810 h 524933"/>
              <a:gd name="connsiteX14" fmla="*/ 79553 w 1386790"/>
              <a:gd name="connsiteY14" fmla="*/ 23810 h 524933"/>
              <a:gd name="connsiteX15" fmla="*/ 79553 w 1386790"/>
              <a:gd name="connsiteY15" fmla="*/ 524932 h 524933"/>
              <a:gd name="connsiteX16" fmla="*/ 167822 w 1386790"/>
              <a:gd name="connsiteY16" fmla="*/ 524932 h 524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86790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386790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1236" tIns="30618" rIns="61236" bIns="30618" anchor="ctr"/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18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23" name="灯片编号占位符 1"/>
          <p:cNvSpPr txBox="1"/>
          <p:nvPr/>
        </p:nvSpPr>
        <p:spPr bwMode="auto">
          <a:xfrm>
            <a:off x="1036638" y="6332538"/>
            <a:ext cx="292100" cy="284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1236" tIns="30618" rIns="61236" bIns="30618" anchor="ctr"/>
          <a:lstStyle>
            <a:defPPr>
              <a:defRPr lang="zh-CN"/>
            </a:defPPr>
            <a:lvl1pPr marL="0" algn="r" defTabSz="1088390" rtl="0" eaLnBrk="1" latinLnBrk="0" hangingPunct="1">
              <a:defRPr sz="1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1088390" rtl="0" eaLnBrk="1" latinLnBrk="0" hangingPunct="1"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457200" rtl="0" eaLnBrk="1" fontAlgn="base" latinLnBrk="0" hangingPunct="1">
              <a:spcBef>
                <a:spcPct val="0"/>
              </a:spcBef>
              <a:spcAft>
                <a:spcPct val="0"/>
              </a:spcAft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marL="0" marR="0" lvl="0" indent="0" algn="r" defTabSz="61214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2E982DC-03EE-47FA-8849-1E75BB0C9B03}" type="slidenum">
              <a:rPr kumimoji="0" lang="zh-CN" altLang="en-US" sz="79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charset="-122"/>
                <a:cs typeface="+mn-cs"/>
              </a:rPr>
            </a:fld>
            <a:endParaRPr kumimoji="0" lang="zh-CN" altLang="en-US" sz="79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charset="-122"/>
              <a:cs typeface="+mn-cs"/>
            </a:endParaRPr>
          </a:p>
        </p:txBody>
      </p:sp>
      <p:grpSp>
        <p:nvGrpSpPr>
          <p:cNvPr id="25" name="Group 5"/>
          <p:cNvGrpSpPr/>
          <p:nvPr/>
        </p:nvGrpSpPr>
        <p:grpSpPr bwMode="auto">
          <a:xfrm>
            <a:off x="2206625" y="2352675"/>
            <a:ext cx="7242175" cy="1055688"/>
            <a:chOff x="2958970" y="3138324"/>
            <a:chExt cx="7241239" cy="1057947"/>
          </a:xfrm>
        </p:grpSpPr>
        <p:sp>
          <p:nvSpPr>
            <p:cNvPr id="26" name="矩形 25"/>
            <p:cNvSpPr/>
            <p:nvPr/>
          </p:nvSpPr>
          <p:spPr>
            <a:xfrm>
              <a:off x="4563726" y="3138324"/>
              <a:ext cx="5636483" cy="1057947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rgbClr val="FFFFFF"/>
              </a:solidFill>
            </a:ln>
            <a:effectLst>
              <a:outerShdw blurRad="762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l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charset="-122"/>
                  <a:ea typeface="等线" panose="02010600030101010101" charset="-122"/>
                  <a:cs typeface="+mn-cs"/>
                </a:rPr>
                <a:t>  </a:t>
              </a:r>
              <a:endParaRPr kumimoji="0" lang="zh-CN" altLang="en-US" sz="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7" name="矩形 29"/>
            <p:cNvSpPr/>
            <p:nvPr/>
          </p:nvSpPr>
          <p:spPr>
            <a:xfrm>
              <a:off x="2958970" y="3138324"/>
              <a:ext cx="1765072" cy="1057947"/>
            </a:xfrm>
            <a:custGeom>
              <a:avLst/>
              <a:gdLst/>
              <a:ahLst/>
              <a:cxnLst/>
              <a:rect l="l" t="t" r="r" b="b"/>
              <a:pathLst>
                <a:path w="1801608" h="1080120">
                  <a:moveTo>
                    <a:pt x="566538" y="144016"/>
                  </a:moveTo>
                  <a:cubicBezTo>
                    <a:pt x="347809" y="144016"/>
                    <a:pt x="170494" y="321331"/>
                    <a:pt x="170494" y="540060"/>
                  </a:cubicBezTo>
                  <a:cubicBezTo>
                    <a:pt x="170494" y="758789"/>
                    <a:pt x="347809" y="936104"/>
                    <a:pt x="566538" y="936104"/>
                  </a:cubicBezTo>
                  <a:cubicBezTo>
                    <a:pt x="785267" y="936104"/>
                    <a:pt x="962582" y="758789"/>
                    <a:pt x="962582" y="540060"/>
                  </a:cubicBezTo>
                  <a:cubicBezTo>
                    <a:pt x="962582" y="321331"/>
                    <a:pt x="785267" y="144016"/>
                    <a:pt x="566538" y="144016"/>
                  </a:cubicBezTo>
                  <a:close/>
                  <a:moveTo>
                    <a:pt x="0" y="0"/>
                  </a:moveTo>
                  <a:lnTo>
                    <a:pt x="1649800" y="0"/>
                  </a:lnTo>
                  <a:lnTo>
                    <a:pt x="1649800" y="376201"/>
                  </a:lnTo>
                  <a:lnTo>
                    <a:pt x="1801608" y="550380"/>
                  </a:lnTo>
                  <a:lnTo>
                    <a:pt x="1649800" y="703920"/>
                  </a:lnTo>
                  <a:lnTo>
                    <a:pt x="1649800" y="1080120"/>
                  </a:lnTo>
                  <a:lnTo>
                    <a:pt x="0" y="1080120"/>
                  </a:lnTo>
                  <a:close/>
                </a:path>
              </a:pathLst>
            </a:custGeom>
            <a:solidFill>
              <a:srgbClr val="4DB8DD"/>
            </a:solidFill>
            <a:ln w="3175">
              <a:solidFill>
                <a:srgbClr val="FFFFFF"/>
              </a:solidFill>
            </a:ln>
            <a:effectLst>
              <a:outerShdw blurRad="76200" dist="38100" dir="81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9652593" y="3346732"/>
              <a:ext cx="28571" cy="612495"/>
            </a:xfrm>
            <a:prstGeom prst="rect">
              <a:avLst/>
            </a:prstGeom>
            <a:gradFill>
              <a:gsLst>
                <a:gs pos="10000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29" name="TextBox 80"/>
            <p:cNvSpPr txBox="1"/>
            <p:nvPr/>
          </p:nvSpPr>
          <p:spPr>
            <a:xfrm>
              <a:off x="3946267" y="3481958"/>
              <a:ext cx="617458" cy="370679"/>
            </a:xfrm>
            <a:prstGeom prst="rect">
              <a:avLst/>
            </a:prstGeom>
            <a:noFill/>
          </p:spPr>
          <p:txBody>
            <a:bodyPr anchor="ctr" anchorCtr="1">
              <a:spAutoFit/>
            </a:bodyPr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+mn-cs"/>
                </a:rPr>
                <a:t>02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0" name="弧形 29"/>
            <p:cNvSpPr/>
            <p:nvPr/>
          </p:nvSpPr>
          <p:spPr>
            <a:xfrm>
              <a:off x="3143096" y="3297414"/>
              <a:ext cx="741267" cy="739768"/>
            </a:xfrm>
            <a:prstGeom prst="arc">
              <a:avLst>
                <a:gd name="adj1" fmla="val 16200000"/>
                <a:gd name="adj2" fmla="val 5426720"/>
              </a:avLst>
            </a:prstGeom>
            <a:solidFill>
              <a:srgbClr val="4DB8DD"/>
            </a:solidFill>
            <a:ln>
              <a:solidFill>
                <a:srgbClr val="FFFFFF"/>
              </a:solidFill>
            </a:ln>
            <a:effectLst>
              <a:outerShdw blurRad="76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1" name="Group 6"/>
          <p:cNvGrpSpPr/>
          <p:nvPr/>
        </p:nvGrpSpPr>
        <p:grpSpPr bwMode="auto">
          <a:xfrm>
            <a:off x="2206625" y="3508375"/>
            <a:ext cx="7242175" cy="1057275"/>
            <a:chOff x="2958970" y="4295369"/>
            <a:chExt cx="7241239" cy="1057946"/>
          </a:xfrm>
        </p:grpSpPr>
        <p:sp>
          <p:nvSpPr>
            <p:cNvPr id="32" name="矩形 31"/>
            <p:cNvSpPr/>
            <p:nvPr/>
          </p:nvSpPr>
          <p:spPr>
            <a:xfrm>
              <a:off x="4563726" y="4295369"/>
              <a:ext cx="5636483" cy="10579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rgbClr val="FFFFFF"/>
              </a:solidFill>
            </a:ln>
            <a:effectLst>
              <a:outerShdw blurRad="762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3" name="矩形 29"/>
            <p:cNvSpPr/>
            <p:nvPr/>
          </p:nvSpPr>
          <p:spPr>
            <a:xfrm>
              <a:off x="2958970" y="4295369"/>
              <a:ext cx="1765072" cy="1057946"/>
            </a:xfrm>
            <a:custGeom>
              <a:avLst/>
              <a:gdLst/>
              <a:ahLst/>
              <a:cxnLst/>
              <a:rect l="l" t="t" r="r" b="b"/>
              <a:pathLst>
                <a:path w="1801608" h="1080120">
                  <a:moveTo>
                    <a:pt x="566538" y="144016"/>
                  </a:moveTo>
                  <a:cubicBezTo>
                    <a:pt x="347809" y="144016"/>
                    <a:pt x="170494" y="321331"/>
                    <a:pt x="170494" y="540060"/>
                  </a:cubicBezTo>
                  <a:cubicBezTo>
                    <a:pt x="170494" y="758789"/>
                    <a:pt x="347809" y="936104"/>
                    <a:pt x="566538" y="936104"/>
                  </a:cubicBezTo>
                  <a:cubicBezTo>
                    <a:pt x="785267" y="936104"/>
                    <a:pt x="962582" y="758789"/>
                    <a:pt x="962582" y="540060"/>
                  </a:cubicBezTo>
                  <a:cubicBezTo>
                    <a:pt x="962582" y="321331"/>
                    <a:pt x="785267" y="144016"/>
                    <a:pt x="566538" y="144016"/>
                  </a:cubicBezTo>
                  <a:close/>
                  <a:moveTo>
                    <a:pt x="0" y="0"/>
                  </a:moveTo>
                  <a:lnTo>
                    <a:pt x="1649800" y="0"/>
                  </a:lnTo>
                  <a:lnTo>
                    <a:pt x="1649800" y="376201"/>
                  </a:lnTo>
                  <a:lnTo>
                    <a:pt x="1801608" y="550380"/>
                  </a:lnTo>
                  <a:lnTo>
                    <a:pt x="1649800" y="703920"/>
                  </a:lnTo>
                  <a:lnTo>
                    <a:pt x="1649800" y="1080120"/>
                  </a:lnTo>
                  <a:lnTo>
                    <a:pt x="0" y="1080120"/>
                  </a:lnTo>
                  <a:close/>
                </a:path>
              </a:pathLst>
            </a:custGeom>
            <a:solidFill>
              <a:srgbClr val="28A9D6"/>
            </a:solidFill>
            <a:ln w="3175">
              <a:solidFill>
                <a:srgbClr val="FFFFFF"/>
              </a:solidFill>
            </a:ln>
            <a:effectLst>
              <a:outerShdw blurRad="76200" dist="38100" dir="81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652593" y="4503464"/>
              <a:ext cx="28571" cy="613164"/>
            </a:xfrm>
            <a:prstGeom prst="rect">
              <a:avLst/>
            </a:prstGeom>
            <a:gradFill>
              <a:gsLst>
                <a:gs pos="10000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5" name="TextBox 89"/>
            <p:cNvSpPr txBox="1"/>
            <p:nvPr/>
          </p:nvSpPr>
          <p:spPr>
            <a:xfrm>
              <a:off x="3946267" y="4640076"/>
              <a:ext cx="617458" cy="368534"/>
            </a:xfrm>
            <a:prstGeom prst="rect">
              <a:avLst/>
            </a:prstGeom>
            <a:noFill/>
          </p:spPr>
          <p:txBody>
            <a:bodyPr anchor="ctr" anchorCtr="1">
              <a:spAutoFit/>
            </a:bodyPr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+mn-cs"/>
                </a:rPr>
                <a:t>03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6" name="弧形 35"/>
            <p:cNvSpPr/>
            <p:nvPr/>
          </p:nvSpPr>
          <p:spPr>
            <a:xfrm>
              <a:off x="3143096" y="4454220"/>
              <a:ext cx="741267" cy="740244"/>
            </a:xfrm>
            <a:prstGeom prst="arc">
              <a:avLst>
                <a:gd name="adj1" fmla="val 16200000"/>
                <a:gd name="adj2" fmla="val 10865354"/>
              </a:avLst>
            </a:prstGeom>
            <a:solidFill>
              <a:srgbClr val="28A9D6"/>
            </a:solidFill>
            <a:ln>
              <a:solidFill>
                <a:srgbClr val="FFFFFF"/>
              </a:solidFill>
            </a:ln>
            <a:effectLst>
              <a:outerShdw blurRad="76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37" name="Group 4"/>
          <p:cNvGrpSpPr/>
          <p:nvPr/>
        </p:nvGrpSpPr>
        <p:grpSpPr bwMode="auto">
          <a:xfrm>
            <a:off x="2206625" y="1195388"/>
            <a:ext cx="7242175" cy="1057275"/>
            <a:chOff x="2958970" y="1981019"/>
            <a:chExt cx="7241239" cy="1058209"/>
          </a:xfrm>
        </p:grpSpPr>
        <p:sp>
          <p:nvSpPr>
            <p:cNvPr id="38" name="矩形 37"/>
            <p:cNvSpPr/>
            <p:nvPr/>
          </p:nvSpPr>
          <p:spPr>
            <a:xfrm>
              <a:off x="4563726" y="1981019"/>
              <a:ext cx="5636483" cy="1058209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rgbClr val="FFFFFF"/>
              </a:solidFill>
            </a:ln>
            <a:effectLst>
              <a:outerShdw blurRad="762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39" name="矩形 29"/>
            <p:cNvSpPr/>
            <p:nvPr/>
          </p:nvSpPr>
          <p:spPr>
            <a:xfrm>
              <a:off x="2958970" y="1981019"/>
              <a:ext cx="1765072" cy="1058209"/>
            </a:xfrm>
            <a:custGeom>
              <a:avLst/>
              <a:gdLst/>
              <a:ahLst/>
              <a:cxnLst/>
              <a:rect l="l" t="t" r="r" b="b"/>
              <a:pathLst>
                <a:path w="1801608" h="1080120">
                  <a:moveTo>
                    <a:pt x="566538" y="144016"/>
                  </a:moveTo>
                  <a:cubicBezTo>
                    <a:pt x="347809" y="144016"/>
                    <a:pt x="170494" y="321331"/>
                    <a:pt x="170494" y="540060"/>
                  </a:cubicBezTo>
                  <a:cubicBezTo>
                    <a:pt x="170494" y="758789"/>
                    <a:pt x="347809" y="936104"/>
                    <a:pt x="566538" y="936104"/>
                  </a:cubicBezTo>
                  <a:cubicBezTo>
                    <a:pt x="785267" y="936104"/>
                    <a:pt x="962582" y="758789"/>
                    <a:pt x="962582" y="540060"/>
                  </a:cubicBezTo>
                  <a:cubicBezTo>
                    <a:pt x="962582" y="321331"/>
                    <a:pt x="785267" y="144016"/>
                    <a:pt x="566538" y="144016"/>
                  </a:cubicBezTo>
                  <a:close/>
                  <a:moveTo>
                    <a:pt x="0" y="0"/>
                  </a:moveTo>
                  <a:lnTo>
                    <a:pt x="1649800" y="0"/>
                  </a:lnTo>
                  <a:lnTo>
                    <a:pt x="1649800" y="376201"/>
                  </a:lnTo>
                  <a:lnTo>
                    <a:pt x="1801608" y="550380"/>
                  </a:lnTo>
                  <a:lnTo>
                    <a:pt x="1649800" y="703920"/>
                  </a:lnTo>
                  <a:lnTo>
                    <a:pt x="1649800" y="1080120"/>
                  </a:lnTo>
                  <a:lnTo>
                    <a:pt x="0" y="1080120"/>
                  </a:lnTo>
                  <a:close/>
                </a:path>
              </a:pathLst>
            </a:custGeom>
            <a:solidFill>
              <a:srgbClr val="71C6E4"/>
            </a:solidFill>
            <a:ln w="3175">
              <a:solidFill>
                <a:srgbClr val="FFFFFF"/>
              </a:solidFill>
            </a:ln>
            <a:effectLst>
              <a:outerShdw blurRad="76200" dist="38100" dir="81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624021" y="2228888"/>
              <a:ext cx="28571" cy="614905"/>
            </a:xfrm>
            <a:prstGeom prst="rect">
              <a:avLst/>
            </a:prstGeom>
            <a:gradFill>
              <a:gsLst>
                <a:gs pos="10000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946267" y="2325810"/>
              <a:ext cx="565077" cy="368625"/>
            </a:xfrm>
            <a:prstGeom prst="rect">
              <a:avLst/>
            </a:prstGeom>
            <a:noFill/>
          </p:spPr>
          <p:txBody>
            <a:bodyPr anchor="ctr" anchorCtr="1">
              <a:spAutoFit/>
            </a:bodyPr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+mn-cs"/>
                </a:rPr>
                <a:t>01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2" name="TextBox 42"/>
            <p:cNvSpPr txBox="1">
              <a:spLocks noChangeArrowheads="1"/>
            </p:cNvSpPr>
            <p:nvPr/>
          </p:nvSpPr>
          <p:spPr bwMode="auto">
            <a:xfrm>
              <a:off x="4751026" y="2235243"/>
              <a:ext cx="4688869" cy="3702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endParaRPr>
            </a:p>
          </p:txBody>
        </p:sp>
        <p:sp>
          <p:nvSpPr>
            <p:cNvPr id="43" name="弧形 42"/>
            <p:cNvSpPr/>
            <p:nvPr/>
          </p:nvSpPr>
          <p:spPr>
            <a:xfrm>
              <a:off x="3143096" y="2139909"/>
              <a:ext cx="741267" cy="740429"/>
            </a:xfrm>
            <a:prstGeom prst="arc">
              <a:avLst>
                <a:gd name="adj1" fmla="val 16200000"/>
                <a:gd name="adj2" fmla="val 91353"/>
              </a:avLst>
            </a:prstGeom>
            <a:solidFill>
              <a:srgbClr val="71C6E4"/>
            </a:solidFill>
            <a:ln>
              <a:solidFill>
                <a:srgbClr val="FFFFFF"/>
              </a:solidFill>
            </a:ln>
            <a:effectLst>
              <a:outerShdw blurRad="76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grpSp>
        <p:nvGrpSpPr>
          <p:cNvPr id="44" name="Group 6"/>
          <p:cNvGrpSpPr/>
          <p:nvPr/>
        </p:nvGrpSpPr>
        <p:grpSpPr bwMode="auto">
          <a:xfrm>
            <a:off x="2206625" y="4675188"/>
            <a:ext cx="7242175" cy="1057275"/>
            <a:chOff x="2958970" y="4295369"/>
            <a:chExt cx="7241239" cy="1057946"/>
          </a:xfrm>
        </p:grpSpPr>
        <p:sp>
          <p:nvSpPr>
            <p:cNvPr id="45" name="矩形 44"/>
            <p:cNvSpPr/>
            <p:nvPr/>
          </p:nvSpPr>
          <p:spPr>
            <a:xfrm>
              <a:off x="4563726" y="4295369"/>
              <a:ext cx="5636483" cy="105794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3175">
              <a:solidFill>
                <a:srgbClr val="FFFFFF"/>
              </a:solidFill>
            </a:ln>
            <a:effectLst>
              <a:outerShdw blurRad="762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8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6" name="矩形 29"/>
            <p:cNvSpPr/>
            <p:nvPr/>
          </p:nvSpPr>
          <p:spPr>
            <a:xfrm>
              <a:off x="2958970" y="4295369"/>
              <a:ext cx="1765072" cy="1057946"/>
            </a:xfrm>
            <a:custGeom>
              <a:avLst/>
              <a:gdLst/>
              <a:ahLst/>
              <a:cxnLst/>
              <a:rect l="l" t="t" r="r" b="b"/>
              <a:pathLst>
                <a:path w="1801608" h="1080120">
                  <a:moveTo>
                    <a:pt x="566538" y="144016"/>
                  </a:moveTo>
                  <a:cubicBezTo>
                    <a:pt x="347809" y="144016"/>
                    <a:pt x="170494" y="321331"/>
                    <a:pt x="170494" y="540060"/>
                  </a:cubicBezTo>
                  <a:cubicBezTo>
                    <a:pt x="170494" y="758789"/>
                    <a:pt x="347809" y="936104"/>
                    <a:pt x="566538" y="936104"/>
                  </a:cubicBezTo>
                  <a:cubicBezTo>
                    <a:pt x="785267" y="936104"/>
                    <a:pt x="962582" y="758789"/>
                    <a:pt x="962582" y="540060"/>
                  </a:cubicBezTo>
                  <a:cubicBezTo>
                    <a:pt x="962582" y="321331"/>
                    <a:pt x="785267" y="144016"/>
                    <a:pt x="566538" y="144016"/>
                  </a:cubicBezTo>
                  <a:close/>
                  <a:moveTo>
                    <a:pt x="0" y="0"/>
                  </a:moveTo>
                  <a:lnTo>
                    <a:pt x="1649800" y="0"/>
                  </a:lnTo>
                  <a:lnTo>
                    <a:pt x="1649800" y="376201"/>
                  </a:lnTo>
                  <a:lnTo>
                    <a:pt x="1801608" y="550380"/>
                  </a:lnTo>
                  <a:lnTo>
                    <a:pt x="1649800" y="703920"/>
                  </a:lnTo>
                  <a:lnTo>
                    <a:pt x="1649800" y="1080120"/>
                  </a:lnTo>
                  <a:lnTo>
                    <a:pt x="0" y="1080120"/>
                  </a:lnTo>
                  <a:close/>
                </a:path>
              </a:pathLst>
            </a:custGeom>
            <a:solidFill>
              <a:srgbClr val="28A9D6"/>
            </a:solidFill>
            <a:ln w="3175">
              <a:solidFill>
                <a:srgbClr val="FFFFFF"/>
              </a:solidFill>
            </a:ln>
            <a:effectLst>
              <a:outerShdw blurRad="76200" dist="38100" dir="81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9652593" y="4503463"/>
              <a:ext cx="28571" cy="613164"/>
            </a:xfrm>
            <a:prstGeom prst="rect">
              <a:avLst/>
            </a:prstGeom>
            <a:gradFill>
              <a:gsLst>
                <a:gs pos="10000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95000"/>
                  </a:schemeClr>
                </a:gs>
                <a:gs pos="0">
                  <a:schemeClr val="tx1">
                    <a:lumMod val="50000"/>
                    <a:lumOff val="5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8" name="TextBox 89"/>
            <p:cNvSpPr txBox="1"/>
            <p:nvPr/>
          </p:nvSpPr>
          <p:spPr>
            <a:xfrm>
              <a:off x="3946267" y="4640075"/>
              <a:ext cx="617458" cy="368534"/>
            </a:xfrm>
            <a:prstGeom prst="rect">
              <a:avLst/>
            </a:prstGeom>
            <a:noFill/>
          </p:spPr>
          <p:txBody>
            <a:bodyPr anchor="ctr" anchorCtr="1">
              <a:spAutoFit/>
            </a:bodyPr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Impact" panose="020B0806030902050204" pitchFamily="34" charset="0"/>
                  <a:ea typeface="等线" panose="02010600030101010101" charset="-122"/>
                  <a:cs typeface="+mn-cs"/>
                </a:rPr>
                <a:t>04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Impact" panose="020B0806030902050204" pitchFamily="34" charset="0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49" name="弧形 48"/>
            <p:cNvSpPr/>
            <p:nvPr/>
          </p:nvSpPr>
          <p:spPr>
            <a:xfrm>
              <a:off x="3143096" y="4454220"/>
              <a:ext cx="741267" cy="740244"/>
            </a:xfrm>
            <a:prstGeom prst="arc">
              <a:avLst>
                <a:gd name="adj1" fmla="val 16200000"/>
                <a:gd name="adj2" fmla="val 16200000"/>
              </a:avLst>
            </a:prstGeom>
            <a:solidFill>
              <a:srgbClr val="28A9D6"/>
            </a:solidFill>
            <a:ln>
              <a:solidFill>
                <a:srgbClr val="FFFFFF"/>
              </a:solidFill>
            </a:ln>
            <a:effectLst>
              <a:outerShdw blurRad="762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61214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125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24" name="Title 2"/>
          <p:cNvSpPr>
            <a:spLocks noGrp="1"/>
          </p:cNvSpPr>
          <p:nvPr>
            <p:ph type="title"/>
          </p:nvPr>
        </p:nvSpPr>
        <p:spPr bwMode="auto">
          <a:xfrm>
            <a:off x="334611" y="189394"/>
            <a:ext cx="10902951" cy="7761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normAutofit/>
          </a:bodyPr>
          <a:lstStyle>
            <a:lvl1pPr>
              <a:defRPr sz="2475" b="1"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0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1036638" y="6334125"/>
            <a:ext cx="292100" cy="284163"/>
          </a:xfrm>
        </p:spPr>
        <p:txBody>
          <a:bodyPr anchorCtr="1"/>
          <a:lstStyle>
            <a:lvl1pPr algn="ctr">
              <a:defRPr sz="565">
                <a:solidFill>
                  <a:prstClr val="black"/>
                </a:solidFill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C8BBE3D-9E9B-4E46-B804-E5CEDDDE7963}" type="slidenum">
              <a:rPr kumimoji="0" lang="en-US" altLang="zh-CN" sz="565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565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0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/>
          <p:cNvSpPr>
            <a:spLocks noEditPoints="1"/>
          </p:cNvSpPr>
          <p:nvPr/>
        </p:nvSpPr>
        <p:spPr bwMode="auto">
          <a:xfrm>
            <a:off x="0" y="263127"/>
            <a:ext cx="12192000" cy="235337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/>
                </a:gs>
              </a:gsLst>
              <a:lin ang="5400000" scaled="1"/>
            </a:gradFill>
          </a:ln>
          <a:effectLst/>
        </p:spPr>
        <p:txBody>
          <a:bodyPr lIns="68589" tIns="34295" rIns="68589" bIns="34295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0" y="2625725"/>
            <a:ext cx="12192000" cy="1714500"/>
          </a:xfrm>
          <a:prstGeom prst="rect">
            <a:avLst/>
          </a:pr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9" tIns="34295" rIns="68589" bIns="34295"/>
          <a:lstStyle>
            <a:lvl1pPr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815975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8159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0" y="4371975"/>
            <a:ext cx="12192000" cy="0"/>
          </a:xfrm>
          <a:prstGeom prst="line">
            <a:avLst/>
          </a:prstGeom>
          <a:ln w="19050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0" y="4794250"/>
            <a:ext cx="12192000" cy="635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4860925"/>
            <a:ext cx="12192000" cy="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0" y="4926013"/>
            <a:ext cx="12192000" cy="12700"/>
          </a:xfrm>
          <a:prstGeom prst="line">
            <a:avLst/>
          </a:prstGeom>
          <a:ln w="3175">
            <a:solidFill>
              <a:srgbClr val="28A9D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reeform 5"/>
          <p:cNvSpPr>
            <a:spLocks noEditPoints="1"/>
          </p:cNvSpPr>
          <p:nvPr/>
        </p:nvSpPr>
        <p:spPr bwMode="auto">
          <a:xfrm>
            <a:off x="0" y="261382"/>
            <a:ext cx="12192000" cy="2353372"/>
          </a:xfrm>
          <a:custGeom>
            <a:avLst/>
            <a:gdLst>
              <a:gd name="T0" fmla="*/ 7933 w 8000"/>
              <a:gd name="T1" fmla="*/ 1418 h 1542"/>
              <a:gd name="T2" fmla="*/ 7832 w 8000"/>
              <a:gd name="T3" fmla="*/ 1315 h 1542"/>
              <a:gd name="T4" fmla="*/ 7738 w 8000"/>
              <a:gd name="T5" fmla="*/ 1352 h 1542"/>
              <a:gd name="T6" fmla="*/ 7673 w 8000"/>
              <a:gd name="T7" fmla="*/ 1336 h 1542"/>
              <a:gd name="T8" fmla="*/ 7538 w 8000"/>
              <a:gd name="T9" fmla="*/ 1313 h 1542"/>
              <a:gd name="T10" fmla="*/ 7430 w 8000"/>
              <a:gd name="T11" fmla="*/ 1287 h 1542"/>
              <a:gd name="T12" fmla="*/ 7292 w 8000"/>
              <a:gd name="T13" fmla="*/ 1358 h 1542"/>
              <a:gd name="T14" fmla="*/ 7170 w 8000"/>
              <a:gd name="T15" fmla="*/ 1352 h 1542"/>
              <a:gd name="T16" fmla="*/ 6993 w 8000"/>
              <a:gd name="T17" fmla="*/ 1400 h 1542"/>
              <a:gd name="T18" fmla="*/ 6886 w 8000"/>
              <a:gd name="T19" fmla="*/ 1357 h 1542"/>
              <a:gd name="T20" fmla="*/ 6766 w 8000"/>
              <a:gd name="T21" fmla="*/ 1380 h 1542"/>
              <a:gd name="T22" fmla="*/ 6640 w 8000"/>
              <a:gd name="T23" fmla="*/ 1194 h 1542"/>
              <a:gd name="T24" fmla="*/ 6505 w 8000"/>
              <a:gd name="T25" fmla="*/ 1157 h 1542"/>
              <a:gd name="T26" fmla="*/ 6381 w 8000"/>
              <a:gd name="T27" fmla="*/ 1311 h 1542"/>
              <a:gd name="T28" fmla="*/ 6242 w 8000"/>
              <a:gd name="T29" fmla="*/ 1181 h 1542"/>
              <a:gd name="T30" fmla="*/ 5688 w 8000"/>
              <a:gd name="T31" fmla="*/ 818 h 1542"/>
              <a:gd name="T32" fmla="*/ 5396 w 8000"/>
              <a:gd name="T33" fmla="*/ 674 h 1542"/>
              <a:gd name="T34" fmla="*/ 5346 w 8000"/>
              <a:gd name="T35" fmla="*/ 615 h 1542"/>
              <a:gd name="T36" fmla="*/ 5292 w 8000"/>
              <a:gd name="T37" fmla="*/ 1274 h 1542"/>
              <a:gd name="T38" fmla="*/ 5007 w 8000"/>
              <a:gd name="T39" fmla="*/ 1089 h 1542"/>
              <a:gd name="T40" fmla="*/ 4819 w 8000"/>
              <a:gd name="T41" fmla="*/ 685 h 1542"/>
              <a:gd name="T42" fmla="*/ 4540 w 8000"/>
              <a:gd name="T43" fmla="*/ 1250 h 1542"/>
              <a:gd name="T44" fmla="*/ 4474 w 8000"/>
              <a:gd name="T45" fmla="*/ 1255 h 1542"/>
              <a:gd name="T46" fmla="*/ 4398 w 8000"/>
              <a:gd name="T47" fmla="*/ 1265 h 1542"/>
              <a:gd name="T48" fmla="*/ 4286 w 8000"/>
              <a:gd name="T49" fmla="*/ 1131 h 1542"/>
              <a:gd name="T50" fmla="*/ 4046 w 8000"/>
              <a:gd name="T51" fmla="*/ 1117 h 1542"/>
              <a:gd name="T52" fmla="*/ 3923 w 8000"/>
              <a:gd name="T53" fmla="*/ 975 h 1542"/>
              <a:gd name="T54" fmla="*/ 3742 w 8000"/>
              <a:gd name="T55" fmla="*/ 1095 h 1542"/>
              <a:gd name="T56" fmla="*/ 3585 w 8000"/>
              <a:gd name="T57" fmla="*/ 1415 h 1542"/>
              <a:gd name="T58" fmla="*/ 3463 w 8000"/>
              <a:gd name="T59" fmla="*/ 1255 h 1542"/>
              <a:gd name="T60" fmla="*/ 3390 w 8000"/>
              <a:gd name="T61" fmla="*/ 372 h 1542"/>
              <a:gd name="T62" fmla="*/ 3367 w 8000"/>
              <a:gd name="T63" fmla="*/ 187 h 1542"/>
              <a:gd name="T64" fmla="*/ 3329 w 8000"/>
              <a:gd name="T65" fmla="*/ 695 h 1542"/>
              <a:gd name="T66" fmla="*/ 2997 w 8000"/>
              <a:gd name="T67" fmla="*/ 1479 h 1542"/>
              <a:gd name="T68" fmla="*/ 2797 w 8000"/>
              <a:gd name="T69" fmla="*/ 1119 h 1542"/>
              <a:gd name="T70" fmla="*/ 2628 w 8000"/>
              <a:gd name="T71" fmla="*/ 1372 h 1542"/>
              <a:gd name="T72" fmla="*/ 2470 w 8000"/>
              <a:gd name="T73" fmla="*/ 1378 h 1542"/>
              <a:gd name="T74" fmla="*/ 2310 w 8000"/>
              <a:gd name="T75" fmla="*/ 1440 h 1542"/>
              <a:gd name="T76" fmla="*/ 2152 w 8000"/>
              <a:gd name="T77" fmla="*/ 1391 h 1542"/>
              <a:gd name="T78" fmla="*/ 2055 w 8000"/>
              <a:gd name="T79" fmla="*/ 1463 h 1542"/>
              <a:gd name="T80" fmla="*/ 1975 w 8000"/>
              <a:gd name="T81" fmla="*/ 1479 h 1542"/>
              <a:gd name="T82" fmla="*/ 1805 w 8000"/>
              <a:gd name="T83" fmla="*/ 1456 h 1542"/>
              <a:gd name="T84" fmla="*/ 1673 w 8000"/>
              <a:gd name="T85" fmla="*/ 1469 h 1542"/>
              <a:gd name="T86" fmla="*/ 1531 w 8000"/>
              <a:gd name="T87" fmla="*/ 1408 h 1542"/>
              <a:gd name="T88" fmla="*/ 1443 w 8000"/>
              <a:gd name="T89" fmla="*/ 1265 h 1542"/>
              <a:gd name="T90" fmla="*/ 1253 w 8000"/>
              <a:gd name="T91" fmla="*/ 1421 h 1542"/>
              <a:gd name="T92" fmla="*/ 1155 w 8000"/>
              <a:gd name="T93" fmla="*/ 1401 h 1542"/>
              <a:gd name="T94" fmla="*/ 1051 w 8000"/>
              <a:gd name="T95" fmla="*/ 1389 h 1542"/>
              <a:gd name="T96" fmla="*/ 969 w 8000"/>
              <a:gd name="T97" fmla="*/ 1224 h 1542"/>
              <a:gd name="T98" fmla="*/ 843 w 8000"/>
              <a:gd name="T99" fmla="*/ 1375 h 1542"/>
              <a:gd name="T100" fmla="*/ 664 w 8000"/>
              <a:gd name="T101" fmla="*/ 1427 h 1542"/>
              <a:gd name="T102" fmla="*/ 515 w 8000"/>
              <a:gd name="T103" fmla="*/ 1241 h 1542"/>
              <a:gd name="T104" fmla="*/ 320 w 8000"/>
              <a:gd name="T105" fmla="*/ 1245 h 1542"/>
              <a:gd name="T106" fmla="*/ 218 w 8000"/>
              <a:gd name="T107" fmla="*/ 1342 h 1542"/>
              <a:gd name="T108" fmla="*/ 56 w 8000"/>
              <a:gd name="T109" fmla="*/ 1357 h 1542"/>
              <a:gd name="T110" fmla="*/ 3369 w 8000"/>
              <a:gd name="T111" fmla="*/ 1408 h 1542"/>
              <a:gd name="T112" fmla="*/ 3356 w 8000"/>
              <a:gd name="T113" fmla="*/ 1141 h 1542"/>
              <a:gd name="T114" fmla="*/ 3356 w 8000"/>
              <a:gd name="T115" fmla="*/ 872 h 1542"/>
              <a:gd name="T116" fmla="*/ 3356 w 8000"/>
              <a:gd name="T117" fmla="*/ 756 h 15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8000" h="1542">
                <a:moveTo>
                  <a:pt x="7978" y="1472"/>
                </a:moveTo>
                <a:cubicBezTo>
                  <a:pt x="7978" y="1462"/>
                  <a:pt x="7978" y="1462"/>
                  <a:pt x="7978" y="1462"/>
                </a:cubicBezTo>
                <a:cubicBezTo>
                  <a:pt x="7966" y="1462"/>
                  <a:pt x="7966" y="1462"/>
                  <a:pt x="7966" y="1462"/>
                </a:cubicBezTo>
                <a:cubicBezTo>
                  <a:pt x="7966" y="1436"/>
                  <a:pt x="7966" y="1436"/>
                  <a:pt x="7966" y="1436"/>
                </a:cubicBezTo>
                <a:cubicBezTo>
                  <a:pt x="7955" y="1436"/>
                  <a:pt x="7955" y="1436"/>
                  <a:pt x="7955" y="1436"/>
                </a:cubicBezTo>
                <a:cubicBezTo>
                  <a:pt x="7955" y="1420"/>
                  <a:pt x="7955" y="1420"/>
                  <a:pt x="7955" y="1420"/>
                </a:cubicBezTo>
                <a:cubicBezTo>
                  <a:pt x="7941" y="1420"/>
                  <a:pt x="7941" y="1420"/>
                  <a:pt x="7941" y="1420"/>
                </a:cubicBezTo>
                <a:cubicBezTo>
                  <a:pt x="7941" y="1428"/>
                  <a:pt x="7941" y="1428"/>
                  <a:pt x="7941" y="1428"/>
                </a:cubicBezTo>
                <a:cubicBezTo>
                  <a:pt x="7933" y="1428"/>
                  <a:pt x="7933" y="1428"/>
                  <a:pt x="7933" y="1428"/>
                </a:cubicBezTo>
                <a:cubicBezTo>
                  <a:pt x="7933" y="1418"/>
                  <a:pt x="7933" y="1418"/>
                  <a:pt x="7933" y="1418"/>
                </a:cubicBezTo>
                <a:cubicBezTo>
                  <a:pt x="7916" y="1418"/>
                  <a:pt x="7916" y="1418"/>
                  <a:pt x="7916" y="1418"/>
                </a:cubicBezTo>
                <a:cubicBezTo>
                  <a:pt x="7916" y="1433"/>
                  <a:pt x="7916" y="1433"/>
                  <a:pt x="7916" y="1433"/>
                </a:cubicBezTo>
                <a:cubicBezTo>
                  <a:pt x="7895" y="1433"/>
                  <a:pt x="7895" y="1433"/>
                  <a:pt x="7895" y="1433"/>
                </a:cubicBezTo>
                <a:cubicBezTo>
                  <a:pt x="7895" y="1335"/>
                  <a:pt x="7895" y="1335"/>
                  <a:pt x="7895" y="1335"/>
                </a:cubicBezTo>
                <a:cubicBezTo>
                  <a:pt x="7879" y="1335"/>
                  <a:pt x="7879" y="1335"/>
                  <a:pt x="7879" y="1335"/>
                </a:cubicBezTo>
                <a:cubicBezTo>
                  <a:pt x="7855" y="1316"/>
                  <a:pt x="7855" y="1316"/>
                  <a:pt x="7855" y="1316"/>
                </a:cubicBezTo>
                <a:cubicBezTo>
                  <a:pt x="7855" y="1300"/>
                  <a:pt x="7855" y="1300"/>
                  <a:pt x="7855" y="1300"/>
                </a:cubicBezTo>
                <a:cubicBezTo>
                  <a:pt x="7843" y="1300"/>
                  <a:pt x="7843" y="1300"/>
                  <a:pt x="7843" y="1300"/>
                </a:cubicBezTo>
                <a:cubicBezTo>
                  <a:pt x="7843" y="1315"/>
                  <a:pt x="7843" y="1315"/>
                  <a:pt x="7843" y="1315"/>
                </a:cubicBezTo>
                <a:cubicBezTo>
                  <a:pt x="7832" y="1315"/>
                  <a:pt x="7832" y="1315"/>
                  <a:pt x="7832" y="1315"/>
                </a:cubicBezTo>
                <a:cubicBezTo>
                  <a:pt x="7832" y="1300"/>
                  <a:pt x="7832" y="1300"/>
                  <a:pt x="7832" y="1300"/>
                </a:cubicBezTo>
                <a:cubicBezTo>
                  <a:pt x="7821" y="1300"/>
                  <a:pt x="7821" y="1300"/>
                  <a:pt x="7821" y="1300"/>
                </a:cubicBezTo>
                <a:cubicBezTo>
                  <a:pt x="7821" y="1315"/>
                  <a:pt x="7821" y="1315"/>
                  <a:pt x="7821" y="1315"/>
                </a:cubicBezTo>
                <a:cubicBezTo>
                  <a:pt x="7806" y="1335"/>
                  <a:pt x="7806" y="1335"/>
                  <a:pt x="7806" y="1335"/>
                </a:cubicBezTo>
                <a:cubicBezTo>
                  <a:pt x="7789" y="1335"/>
                  <a:pt x="7789" y="1335"/>
                  <a:pt x="7789" y="1335"/>
                </a:cubicBezTo>
                <a:cubicBezTo>
                  <a:pt x="7789" y="1436"/>
                  <a:pt x="7789" y="1436"/>
                  <a:pt x="7789" y="1436"/>
                </a:cubicBezTo>
                <a:cubicBezTo>
                  <a:pt x="7749" y="1436"/>
                  <a:pt x="7749" y="1436"/>
                  <a:pt x="7749" y="1436"/>
                </a:cubicBezTo>
                <a:cubicBezTo>
                  <a:pt x="7749" y="1345"/>
                  <a:pt x="7749" y="1345"/>
                  <a:pt x="7749" y="1345"/>
                </a:cubicBezTo>
                <a:cubicBezTo>
                  <a:pt x="7738" y="1345"/>
                  <a:pt x="7738" y="1345"/>
                  <a:pt x="7738" y="1345"/>
                </a:cubicBezTo>
                <a:cubicBezTo>
                  <a:pt x="7738" y="1352"/>
                  <a:pt x="7738" y="1352"/>
                  <a:pt x="7738" y="1352"/>
                </a:cubicBezTo>
                <a:cubicBezTo>
                  <a:pt x="7724" y="1352"/>
                  <a:pt x="7724" y="1352"/>
                  <a:pt x="7724" y="1352"/>
                </a:cubicBezTo>
                <a:cubicBezTo>
                  <a:pt x="7724" y="1337"/>
                  <a:pt x="7724" y="1337"/>
                  <a:pt x="7724" y="1337"/>
                </a:cubicBezTo>
                <a:cubicBezTo>
                  <a:pt x="7713" y="1337"/>
                  <a:pt x="7713" y="1337"/>
                  <a:pt x="7713" y="1337"/>
                </a:cubicBezTo>
                <a:cubicBezTo>
                  <a:pt x="7713" y="1321"/>
                  <a:pt x="7713" y="1321"/>
                  <a:pt x="7713" y="1321"/>
                </a:cubicBezTo>
                <a:cubicBezTo>
                  <a:pt x="7697" y="1321"/>
                  <a:pt x="7697" y="1321"/>
                  <a:pt x="7697" y="1321"/>
                </a:cubicBezTo>
                <a:cubicBezTo>
                  <a:pt x="7697" y="1336"/>
                  <a:pt x="7697" y="1336"/>
                  <a:pt x="7697" y="1336"/>
                </a:cubicBezTo>
                <a:cubicBezTo>
                  <a:pt x="7687" y="1336"/>
                  <a:pt x="7687" y="1336"/>
                  <a:pt x="7687" y="1336"/>
                </a:cubicBezTo>
                <a:cubicBezTo>
                  <a:pt x="7687" y="1324"/>
                  <a:pt x="7687" y="1324"/>
                  <a:pt x="7687" y="1324"/>
                </a:cubicBezTo>
                <a:cubicBezTo>
                  <a:pt x="7673" y="1324"/>
                  <a:pt x="7673" y="1324"/>
                  <a:pt x="7673" y="1324"/>
                </a:cubicBezTo>
                <a:cubicBezTo>
                  <a:pt x="7673" y="1336"/>
                  <a:pt x="7673" y="1336"/>
                  <a:pt x="7673" y="1336"/>
                </a:cubicBezTo>
                <a:cubicBezTo>
                  <a:pt x="7659" y="1336"/>
                  <a:pt x="7659" y="1336"/>
                  <a:pt x="7659" y="1336"/>
                </a:cubicBezTo>
                <a:cubicBezTo>
                  <a:pt x="7659" y="1326"/>
                  <a:pt x="7659" y="1326"/>
                  <a:pt x="7659" y="1326"/>
                </a:cubicBezTo>
                <a:cubicBezTo>
                  <a:pt x="7645" y="1326"/>
                  <a:pt x="7645" y="1326"/>
                  <a:pt x="7645" y="1326"/>
                </a:cubicBezTo>
                <a:cubicBezTo>
                  <a:pt x="7645" y="1356"/>
                  <a:pt x="7645" y="1356"/>
                  <a:pt x="7645" y="1356"/>
                </a:cubicBezTo>
                <a:cubicBezTo>
                  <a:pt x="7616" y="1356"/>
                  <a:pt x="7616" y="1356"/>
                  <a:pt x="7616" y="1356"/>
                </a:cubicBezTo>
                <a:cubicBezTo>
                  <a:pt x="7616" y="1439"/>
                  <a:pt x="7616" y="1439"/>
                  <a:pt x="7616" y="1439"/>
                </a:cubicBezTo>
                <a:cubicBezTo>
                  <a:pt x="7581" y="1439"/>
                  <a:pt x="7581" y="1439"/>
                  <a:pt x="7581" y="1439"/>
                </a:cubicBezTo>
                <a:cubicBezTo>
                  <a:pt x="7581" y="1337"/>
                  <a:pt x="7581" y="1337"/>
                  <a:pt x="7581" y="1337"/>
                </a:cubicBezTo>
                <a:cubicBezTo>
                  <a:pt x="7557" y="1337"/>
                  <a:pt x="7557" y="1337"/>
                  <a:pt x="7557" y="1337"/>
                </a:cubicBezTo>
                <a:cubicBezTo>
                  <a:pt x="7538" y="1313"/>
                  <a:pt x="7538" y="1313"/>
                  <a:pt x="7538" y="1313"/>
                </a:cubicBezTo>
                <a:cubicBezTo>
                  <a:pt x="7497" y="1313"/>
                  <a:pt x="7497" y="1313"/>
                  <a:pt x="7497" y="1313"/>
                </a:cubicBezTo>
                <a:cubicBezTo>
                  <a:pt x="7497" y="1416"/>
                  <a:pt x="7497" y="1416"/>
                  <a:pt x="7497" y="1416"/>
                </a:cubicBezTo>
                <a:cubicBezTo>
                  <a:pt x="7483" y="1416"/>
                  <a:pt x="7483" y="1416"/>
                  <a:pt x="7483" y="1416"/>
                </a:cubicBezTo>
                <a:cubicBezTo>
                  <a:pt x="7483" y="1314"/>
                  <a:pt x="7483" y="1314"/>
                  <a:pt x="7483" y="1314"/>
                </a:cubicBezTo>
                <a:cubicBezTo>
                  <a:pt x="7465" y="1285"/>
                  <a:pt x="7465" y="1285"/>
                  <a:pt x="7465" y="1285"/>
                </a:cubicBezTo>
                <a:cubicBezTo>
                  <a:pt x="7452" y="1285"/>
                  <a:pt x="7452" y="1285"/>
                  <a:pt x="7452" y="1285"/>
                </a:cubicBezTo>
                <a:cubicBezTo>
                  <a:pt x="7452" y="1291"/>
                  <a:pt x="7452" y="1291"/>
                  <a:pt x="7452" y="1291"/>
                </a:cubicBezTo>
                <a:cubicBezTo>
                  <a:pt x="7441" y="1291"/>
                  <a:pt x="7441" y="1291"/>
                  <a:pt x="7441" y="1291"/>
                </a:cubicBezTo>
                <a:cubicBezTo>
                  <a:pt x="7441" y="1287"/>
                  <a:pt x="7441" y="1287"/>
                  <a:pt x="7441" y="1287"/>
                </a:cubicBezTo>
                <a:cubicBezTo>
                  <a:pt x="7430" y="1287"/>
                  <a:pt x="7430" y="1287"/>
                  <a:pt x="7430" y="1287"/>
                </a:cubicBezTo>
                <a:cubicBezTo>
                  <a:pt x="7430" y="1301"/>
                  <a:pt x="7430" y="1301"/>
                  <a:pt x="7430" y="1301"/>
                </a:cubicBezTo>
                <a:cubicBezTo>
                  <a:pt x="7383" y="1301"/>
                  <a:pt x="7383" y="1301"/>
                  <a:pt x="7383" y="1301"/>
                </a:cubicBezTo>
                <a:cubicBezTo>
                  <a:pt x="7383" y="1286"/>
                  <a:pt x="7383" y="1286"/>
                  <a:pt x="7383" y="1286"/>
                </a:cubicBezTo>
                <a:cubicBezTo>
                  <a:pt x="7370" y="1261"/>
                  <a:pt x="7370" y="1261"/>
                  <a:pt x="7370" y="1261"/>
                </a:cubicBezTo>
                <a:cubicBezTo>
                  <a:pt x="7326" y="1261"/>
                  <a:pt x="7326" y="1261"/>
                  <a:pt x="7326" y="1261"/>
                </a:cubicBezTo>
                <a:cubicBezTo>
                  <a:pt x="7326" y="1286"/>
                  <a:pt x="7326" y="1286"/>
                  <a:pt x="7326" y="1286"/>
                </a:cubicBezTo>
                <a:cubicBezTo>
                  <a:pt x="7297" y="1286"/>
                  <a:pt x="7297" y="1286"/>
                  <a:pt x="7297" y="1286"/>
                </a:cubicBezTo>
                <a:cubicBezTo>
                  <a:pt x="7297" y="1303"/>
                  <a:pt x="7297" y="1303"/>
                  <a:pt x="7297" y="1303"/>
                </a:cubicBezTo>
                <a:cubicBezTo>
                  <a:pt x="7292" y="1303"/>
                  <a:pt x="7292" y="1303"/>
                  <a:pt x="7292" y="1303"/>
                </a:cubicBezTo>
                <a:cubicBezTo>
                  <a:pt x="7292" y="1358"/>
                  <a:pt x="7292" y="1358"/>
                  <a:pt x="7292" y="1358"/>
                </a:cubicBezTo>
                <a:cubicBezTo>
                  <a:pt x="7281" y="1358"/>
                  <a:pt x="7281" y="1358"/>
                  <a:pt x="7281" y="1358"/>
                </a:cubicBezTo>
                <a:cubicBezTo>
                  <a:pt x="7281" y="1302"/>
                  <a:pt x="7281" y="1302"/>
                  <a:pt x="7281" y="1302"/>
                </a:cubicBezTo>
                <a:cubicBezTo>
                  <a:pt x="7273" y="1302"/>
                  <a:pt x="7273" y="1302"/>
                  <a:pt x="7273" y="1302"/>
                </a:cubicBezTo>
                <a:cubicBezTo>
                  <a:pt x="7273" y="1279"/>
                  <a:pt x="7273" y="1279"/>
                  <a:pt x="7273" y="1279"/>
                </a:cubicBezTo>
                <a:cubicBezTo>
                  <a:pt x="7210" y="1279"/>
                  <a:pt x="7210" y="1279"/>
                  <a:pt x="7210" y="1279"/>
                </a:cubicBezTo>
                <a:cubicBezTo>
                  <a:pt x="7210" y="1303"/>
                  <a:pt x="7210" y="1303"/>
                  <a:pt x="7210" y="1303"/>
                </a:cubicBezTo>
                <a:cubicBezTo>
                  <a:pt x="7179" y="1303"/>
                  <a:pt x="7179" y="1303"/>
                  <a:pt x="7179" y="1303"/>
                </a:cubicBezTo>
                <a:cubicBezTo>
                  <a:pt x="7179" y="1323"/>
                  <a:pt x="7179" y="1323"/>
                  <a:pt x="7179" y="1323"/>
                </a:cubicBezTo>
                <a:cubicBezTo>
                  <a:pt x="7170" y="1323"/>
                  <a:pt x="7170" y="1323"/>
                  <a:pt x="7170" y="1323"/>
                </a:cubicBezTo>
                <a:cubicBezTo>
                  <a:pt x="7170" y="1352"/>
                  <a:pt x="7170" y="1352"/>
                  <a:pt x="7170" y="1352"/>
                </a:cubicBezTo>
                <a:cubicBezTo>
                  <a:pt x="7090" y="1352"/>
                  <a:pt x="7090" y="1352"/>
                  <a:pt x="7090" y="1352"/>
                </a:cubicBezTo>
                <a:cubicBezTo>
                  <a:pt x="7090" y="1362"/>
                  <a:pt x="7090" y="1362"/>
                  <a:pt x="7090" y="1362"/>
                </a:cubicBezTo>
                <a:cubicBezTo>
                  <a:pt x="7069" y="1362"/>
                  <a:pt x="7069" y="1362"/>
                  <a:pt x="7069" y="1362"/>
                </a:cubicBezTo>
                <a:cubicBezTo>
                  <a:pt x="7069" y="1308"/>
                  <a:pt x="7069" y="1308"/>
                  <a:pt x="7069" y="1308"/>
                </a:cubicBezTo>
                <a:cubicBezTo>
                  <a:pt x="7036" y="1308"/>
                  <a:pt x="7036" y="1308"/>
                  <a:pt x="7036" y="1308"/>
                </a:cubicBezTo>
                <a:cubicBezTo>
                  <a:pt x="7036" y="1291"/>
                  <a:pt x="7036" y="1291"/>
                  <a:pt x="7036" y="1291"/>
                </a:cubicBezTo>
                <a:cubicBezTo>
                  <a:pt x="7010" y="1291"/>
                  <a:pt x="7010" y="1291"/>
                  <a:pt x="7010" y="1291"/>
                </a:cubicBezTo>
                <a:cubicBezTo>
                  <a:pt x="7010" y="1305"/>
                  <a:pt x="7010" y="1305"/>
                  <a:pt x="7010" y="1305"/>
                </a:cubicBezTo>
                <a:cubicBezTo>
                  <a:pt x="6993" y="1305"/>
                  <a:pt x="6993" y="1305"/>
                  <a:pt x="6993" y="1305"/>
                </a:cubicBezTo>
                <a:cubicBezTo>
                  <a:pt x="6993" y="1400"/>
                  <a:pt x="6993" y="1400"/>
                  <a:pt x="6993" y="1400"/>
                </a:cubicBezTo>
                <a:cubicBezTo>
                  <a:pt x="6972" y="1400"/>
                  <a:pt x="6972" y="1400"/>
                  <a:pt x="6972" y="1400"/>
                </a:cubicBezTo>
                <a:cubicBezTo>
                  <a:pt x="6972" y="1391"/>
                  <a:pt x="6972" y="1391"/>
                  <a:pt x="6972" y="1391"/>
                </a:cubicBezTo>
                <a:cubicBezTo>
                  <a:pt x="6952" y="1391"/>
                  <a:pt x="6952" y="1391"/>
                  <a:pt x="6952" y="1391"/>
                </a:cubicBezTo>
                <a:cubicBezTo>
                  <a:pt x="6952" y="1405"/>
                  <a:pt x="6952" y="1405"/>
                  <a:pt x="6952" y="1405"/>
                </a:cubicBezTo>
                <a:cubicBezTo>
                  <a:pt x="6936" y="1405"/>
                  <a:pt x="6936" y="1405"/>
                  <a:pt x="6936" y="1405"/>
                </a:cubicBezTo>
                <a:cubicBezTo>
                  <a:pt x="6936" y="1375"/>
                  <a:pt x="6936" y="1375"/>
                  <a:pt x="6936" y="1375"/>
                </a:cubicBezTo>
                <a:cubicBezTo>
                  <a:pt x="6922" y="1375"/>
                  <a:pt x="6922" y="1375"/>
                  <a:pt x="6922" y="1375"/>
                </a:cubicBezTo>
                <a:cubicBezTo>
                  <a:pt x="6922" y="1357"/>
                  <a:pt x="6922" y="1357"/>
                  <a:pt x="6922" y="1357"/>
                </a:cubicBezTo>
                <a:cubicBezTo>
                  <a:pt x="6906" y="1357"/>
                  <a:pt x="6906" y="1357"/>
                  <a:pt x="6906" y="1357"/>
                </a:cubicBezTo>
                <a:cubicBezTo>
                  <a:pt x="6886" y="1357"/>
                  <a:pt x="6886" y="1357"/>
                  <a:pt x="6886" y="1357"/>
                </a:cubicBezTo>
                <a:cubicBezTo>
                  <a:pt x="6886" y="1348"/>
                  <a:pt x="6886" y="1348"/>
                  <a:pt x="6886" y="1348"/>
                </a:cubicBezTo>
                <a:cubicBezTo>
                  <a:pt x="6852" y="1348"/>
                  <a:pt x="6852" y="1348"/>
                  <a:pt x="6852" y="1348"/>
                </a:cubicBezTo>
                <a:cubicBezTo>
                  <a:pt x="6852" y="1334"/>
                  <a:pt x="6852" y="1334"/>
                  <a:pt x="6852" y="1334"/>
                </a:cubicBezTo>
                <a:cubicBezTo>
                  <a:pt x="6839" y="1334"/>
                  <a:pt x="6839" y="1334"/>
                  <a:pt x="6839" y="1334"/>
                </a:cubicBezTo>
                <a:cubicBezTo>
                  <a:pt x="6839" y="1344"/>
                  <a:pt x="6839" y="1344"/>
                  <a:pt x="6839" y="1344"/>
                </a:cubicBezTo>
                <a:cubicBezTo>
                  <a:pt x="6786" y="1344"/>
                  <a:pt x="6786" y="1344"/>
                  <a:pt x="6786" y="1344"/>
                </a:cubicBezTo>
                <a:cubicBezTo>
                  <a:pt x="6786" y="1355"/>
                  <a:pt x="6786" y="1355"/>
                  <a:pt x="6786" y="1355"/>
                </a:cubicBezTo>
                <a:cubicBezTo>
                  <a:pt x="6776" y="1355"/>
                  <a:pt x="6776" y="1355"/>
                  <a:pt x="6776" y="1355"/>
                </a:cubicBezTo>
                <a:cubicBezTo>
                  <a:pt x="6776" y="1370"/>
                  <a:pt x="6776" y="1370"/>
                  <a:pt x="6776" y="1370"/>
                </a:cubicBezTo>
                <a:cubicBezTo>
                  <a:pt x="6766" y="1380"/>
                  <a:pt x="6766" y="1380"/>
                  <a:pt x="6766" y="1380"/>
                </a:cubicBezTo>
                <a:cubicBezTo>
                  <a:pt x="6766" y="1411"/>
                  <a:pt x="6766" y="1411"/>
                  <a:pt x="6766" y="1411"/>
                </a:cubicBezTo>
                <a:cubicBezTo>
                  <a:pt x="6755" y="1411"/>
                  <a:pt x="6755" y="1411"/>
                  <a:pt x="6755" y="1411"/>
                </a:cubicBezTo>
                <a:cubicBezTo>
                  <a:pt x="6755" y="1381"/>
                  <a:pt x="6755" y="1381"/>
                  <a:pt x="6755" y="1381"/>
                </a:cubicBezTo>
                <a:cubicBezTo>
                  <a:pt x="6744" y="1367"/>
                  <a:pt x="6744" y="1367"/>
                  <a:pt x="6744" y="1367"/>
                </a:cubicBezTo>
                <a:cubicBezTo>
                  <a:pt x="6744" y="1291"/>
                  <a:pt x="6744" y="1291"/>
                  <a:pt x="6744" y="1291"/>
                </a:cubicBezTo>
                <a:cubicBezTo>
                  <a:pt x="6727" y="1291"/>
                  <a:pt x="6727" y="1291"/>
                  <a:pt x="6727" y="1291"/>
                </a:cubicBezTo>
                <a:cubicBezTo>
                  <a:pt x="6727" y="1217"/>
                  <a:pt x="6727" y="1217"/>
                  <a:pt x="6727" y="1217"/>
                </a:cubicBezTo>
                <a:cubicBezTo>
                  <a:pt x="6670" y="1217"/>
                  <a:pt x="6670" y="1217"/>
                  <a:pt x="6670" y="1217"/>
                </a:cubicBezTo>
                <a:cubicBezTo>
                  <a:pt x="6670" y="1194"/>
                  <a:pt x="6670" y="1194"/>
                  <a:pt x="6670" y="1194"/>
                </a:cubicBezTo>
                <a:cubicBezTo>
                  <a:pt x="6640" y="1194"/>
                  <a:pt x="6640" y="1194"/>
                  <a:pt x="6640" y="1194"/>
                </a:cubicBezTo>
                <a:cubicBezTo>
                  <a:pt x="6640" y="1246"/>
                  <a:pt x="6640" y="1246"/>
                  <a:pt x="6640" y="1246"/>
                </a:cubicBezTo>
                <a:cubicBezTo>
                  <a:pt x="6625" y="1246"/>
                  <a:pt x="6625" y="1246"/>
                  <a:pt x="6625" y="1246"/>
                </a:cubicBezTo>
                <a:cubicBezTo>
                  <a:pt x="6625" y="1229"/>
                  <a:pt x="6625" y="1229"/>
                  <a:pt x="6625" y="1229"/>
                </a:cubicBezTo>
                <a:cubicBezTo>
                  <a:pt x="6625" y="1229"/>
                  <a:pt x="6614" y="1229"/>
                  <a:pt x="6609" y="1229"/>
                </a:cubicBezTo>
                <a:cubicBezTo>
                  <a:pt x="6604" y="1229"/>
                  <a:pt x="6604" y="1246"/>
                  <a:pt x="6604" y="1246"/>
                </a:cubicBezTo>
                <a:cubicBezTo>
                  <a:pt x="6604" y="1293"/>
                  <a:pt x="6604" y="1293"/>
                  <a:pt x="6604" y="1293"/>
                </a:cubicBezTo>
                <a:cubicBezTo>
                  <a:pt x="6562" y="1293"/>
                  <a:pt x="6562" y="1293"/>
                  <a:pt x="6562" y="1293"/>
                </a:cubicBezTo>
                <a:cubicBezTo>
                  <a:pt x="6562" y="1130"/>
                  <a:pt x="6562" y="1130"/>
                  <a:pt x="6562" y="1130"/>
                </a:cubicBezTo>
                <a:cubicBezTo>
                  <a:pt x="6505" y="1130"/>
                  <a:pt x="6505" y="1130"/>
                  <a:pt x="6505" y="1130"/>
                </a:cubicBezTo>
                <a:cubicBezTo>
                  <a:pt x="6505" y="1157"/>
                  <a:pt x="6505" y="1157"/>
                  <a:pt x="6505" y="1157"/>
                </a:cubicBezTo>
                <a:cubicBezTo>
                  <a:pt x="6481" y="1157"/>
                  <a:pt x="6477" y="1169"/>
                  <a:pt x="6477" y="1169"/>
                </a:cubicBezTo>
                <a:cubicBezTo>
                  <a:pt x="6450" y="1169"/>
                  <a:pt x="6450" y="1169"/>
                  <a:pt x="6450" y="1169"/>
                </a:cubicBezTo>
                <a:cubicBezTo>
                  <a:pt x="6450" y="1202"/>
                  <a:pt x="6450" y="1202"/>
                  <a:pt x="6450" y="1202"/>
                </a:cubicBezTo>
                <a:cubicBezTo>
                  <a:pt x="6438" y="1202"/>
                  <a:pt x="6438" y="1202"/>
                  <a:pt x="6438" y="1202"/>
                </a:cubicBezTo>
                <a:cubicBezTo>
                  <a:pt x="6438" y="1333"/>
                  <a:pt x="6438" y="1333"/>
                  <a:pt x="6438" y="1333"/>
                </a:cubicBezTo>
                <a:cubicBezTo>
                  <a:pt x="6414" y="1333"/>
                  <a:pt x="6414" y="1333"/>
                  <a:pt x="6414" y="1333"/>
                </a:cubicBezTo>
                <a:cubicBezTo>
                  <a:pt x="6414" y="1314"/>
                  <a:pt x="6414" y="1314"/>
                  <a:pt x="6414" y="1314"/>
                </a:cubicBezTo>
                <a:cubicBezTo>
                  <a:pt x="6401" y="1301"/>
                  <a:pt x="6401" y="1301"/>
                  <a:pt x="6401" y="1301"/>
                </a:cubicBezTo>
                <a:cubicBezTo>
                  <a:pt x="6394" y="1301"/>
                  <a:pt x="6394" y="1301"/>
                  <a:pt x="6394" y="1301"/>
                </a:cubicBezTo>
                <a:cubicBezTo>
                  <a:pt x="6381" y="1311"/>
                  <a:pt x="6381" y="1311"/>
                  <a:pt x="6381" y="1311"/>
                </a:cubicBezTo>
                <a:cubicBezTo>
                  <a:pt x="6381" y="1078"/>
                  <a:pt x="6381" y="1078"/>
                  <a:pt x="6381" y="1078"/>
                </a:cubicBezTo>
                <a:cubicBezTo>
                  <a:pt x="6322" y="1065"/>
                  <a:pt x="6322" y="1065"/>
                  <a:pt x="6322" y="1065"/>
                </a:cubicBezTo>
                <a:cubicBezTo>
                  <a:pt x="6297" y="1065"/>
                  <a:pt x="6297" y="1065"/>
                  <a:pt x="6297" y="1065"/>
                </a:cubicBezTo>
                <a:cubicBezTo>
                  <a:pt x="6297" y="1080"/>
                  <a:pt x="6297" y="1080"/>
                  <a:pt x="6297" y="1080"/>
                </a:cubicBezTo>
                <a:cubicBezTo>
                  <a:pt x="6280" y="1080"/>
                  <a:pt x="6280" y="1080"/>
                  <a:pt x="6280" y="1080"/>
                </a:cubicBezTo>
                <a:cubicBezTo>
                  <a:pt x="6280" y="1135"/>
                  <a:pt x="6280" y="1135"/>
                  <a:pt x="6280" y="1135"/>
                </a:cubicBezTo>
                <a:cubicBezTo>
                  <a:pt x="6264" y="1135"/>
                  <a:pt x="6264" y="1135"/>
                  <a:pt x="6264" y="1135"/>
                </a:cubicBezTo>
                <a:cubicBezTo>
                  <a:pt x="6264" y="1207"/>
                  <a:pt x="6264" y="1207"/>
                  <a:pt x="6264" y="1207"/>
                </a:cubicBezTo>
                <a:cubicBezTo>
                  <a:pt x="6242" y="1207"/>
                  <a:pt x="6242" y="1207"/>
                  <a:pt x="6242" y="1207"/>
                </a:cubicBezTo>
                <a:cubicBezTo>
                  <a:pt x="6242" y="1181"/>
                  <a:pt x="6242" y="1181"/>
                  <a:pt x="6242" y="1181"/>
                </a:cubicBezTo>
                <a:cubicBezTo>
                  <a:pt x="6214" y="1181"/>
                  <a:pt x="6214" y="1181"/>
                  <a:pt x="6214" y="1181"/>
                </a:cubicBezTo>
                <a:cubicBezTo>
                  <a:pt x="6214" y="1098"/>
                  <a:pt x="6214" y="1098"/>
                  <a:pt x="6214" y="1098"/>
                </a:cubicBezTo>
                <a:cubicBezTo>
                  <a:pt x="6196" y="1098"/>
                  <a:pt x="6196" y="1098"/>
                  <a:pt x="6196" y="1098"/>
                </a:cubicBezTo>
                <a:cubicBezTo>
                  <a:pt x="6196" y="1048"/>
                  <a:pt x="6196" y="1048"/>
                  <a:pt x="6196" y="1048"/>
                </a:cubicBezTo>
                <a:cubicBezTo>
                  <a:pt x="6114" y="1039"/>
                  <a:pt x="6114" y="1039"/>
                  <a:pt x="6114" y="1039"/>
                </a:cubicBezTo>
                <a:cubicBezTo>
                  <a:pt x="6114" y="1024"/>
                  <a:pt x="6114" y="1024"/>
                  <a:pt x="6114" y="1024"/>
                </a:cubicBezTo>
                <a:cubicBezTo>
                  <a:pt x="5961" y="1014"/>
                  <a:pt x="5961" y="1014"/>
                  <a:pt x="5961" y="1014"/>
                </a:cubicBezTo>
                <a:cubicBezTo>
                  <a:pt x="5961" y="823"/>
                  <a:pt x="5961" y="823"/>
                  <a:pt x="5961" y="823"/>
                </a:cubicBezTo>
                <a:cubicBezTo>
                  <a:pt x="5826" y="790"/>
                  <a:pt x="5826" y="790"/>
                  <a:pt x="5826" y="790"/>
                </a:cubicBezTo>
                <a:cubicBezTo>
                  <a:pt x="5688" y="818"/>
                  <a:pt x="5688" y="818"/>
                  <a:pt x="5688" y="818"/>
                </a:cubicBezTo>
                <a:cubicBezTo>
                  <a:pt x="5688" y="1359"/>
                  <a:pt x="5688" y="1359"/>
                  <a:pt x="5688" y="1359"/>
                </a:cubicBezTo>
                <a:cubicBezTo>
                  <a:pt x="5605" y="1359"/>
                  <a:pt x="5605" y="1359"/>
                  <a:pt x="5605" y="1359"/>
                </a:cubicBezTo>
                <a:cubicBezTo>
                  <a:pt x="5605" y="451"/>
                  <a:pt x="5605" y="451"/>
                  <a:pt x="5605" y="451"/>
                </a:cubicBezTo>
                <a:cubicBezTo>
                  <a:pt x="5468" y="487"/>
                  <a:pt x="5468" y="487"/>
                  <a:pt x="5468" y="487"/>
                </a:cubicBezTo>
                <a:cubicBezTo>
                  <a:pt x="5468" y="1274"/>
                  <a:pt x="5468" y="1274"/>
                  <a:pt x="5468" y="1274"/>
                </a:cubicBezTo>
                <a:cubicBezTo>
                  <a:pt x="5414" y="1274"/>
                  <a:pt x="5414" y="1274"/>
                  <a:pt x="5414" y="1274"/>
                </a:cubicBezTo>
                <a:cubicBezTo>
                  <a:pt x="5414" y="683"/>
                  <a:pt x="5414" y="683"/>
                  <a:pt x="5414" y="683"/>
                </a:cubicBezTo>
                <a:cubicBezTo>
                  <a:pt x="5404" y="683"/>
                  <a:pt x="5404" y="683"/>
                  <a:pt x="5404" y="683"/>
                </a:cubicBezTo>
                <a:cubicBezTo>
                  <a:pt x="5404" y="674"/>
                  <a:pt x="5404" y="674"/>
                  <a:pt x="5404" y="674"/>
                </a:cubicBezTo>
                <a:cubicBezTo>
                  <a:pt x="5396" y="674"/>
                  <a:pt x="5396" y="674"/>
                  <a:pt x="5396" y="674"/>
                </a:cubicBezTo>
                <a:cubicBezTo>
                  <a:pt x="5396" y="655"/>
                  <a:pt x="5396" y="655"/>
                  <a:pt x="5396" y="655"/>
                </a:cubicBezTo>
                <a:cubicBezTo>
                  <a:pt x="5384" y="655"/>
                  <a:pt x="5384" y="655"/>
                  <a:pt x="5384" y="655"/>
                </a:cubicBezTo>
                <a:cubicBezTo>
                  <a:pt x="5384" y="634"/>
                  <a:pt x="5384" y="634"/>
                  <a:pt x="5384" y="634"/>
                </a:cubicBezTo>
                <a:cubicBezTo>
                  <a:pt x="5367" y="634"/>
                  <a:pt x="5367" y="634"/>
                  <a:pt x="5367" y="634"/>
                </a:cubicBezTo>
                <a:cubicBezTo>
                  <a:pt x="5367" y="615"/>
                  <a:pt x="5367" y="615"/>
                  <a:pt x="5367" y="615"/>
                </a:cubicBezTo>
                <a:cubicBezTo>
                  <a:pt x="5360" y="615"/>
                  <a:pt x="5360" y="615"/>
                  <a:pt x="5360" y="615"/>
                </a:cubicBezTo>
                <a:cubicBezTo>
                  <a:pt x="5360" y="593"/>
                  <a:pt x="5360" y="593"/>
                  <a:pt x="5360" y="593"/>
                </a:cubicBezTo>
                <a:cubicBezTo>
                  <a:pt x="5353" y="532"/>
                  <a:pt x="5353" y="532"/>
                  <a:pt x="5353" y="532"/>
                </a:cubicBezTo>
                <a:cubicBezTo>
                  <a:pt x="5346" y="593"/>
                  <a:pt x="5346" y="593"/>
                  <a:pt x="5346" y="593"/>
                </a:cubicBezTo>
                <a:cubicBezTo>
                  <a:pt x="5346" y="615"/>
                  <a:pt x="5346" y="615"/>
                  <a:pt x="5346" y="615"/>
                </a:cubicBezTo>
                <a:cubicBezTo>
                  <a:pt x="5339" y="615"/>
                  <a:pt x="5339" y="615"/>
                  <a:pt x="5339" y="615"/>
                </a:cubicBezTo>
                <a:cubicBezTo>
                  <a:pt x="5339" y="634"/>
                  <a:pt x="5339" y="634"/>
                  <a:pt x="5339" y="634"/>
                </a:cubicBezTo>
                <a:cubicBezTo>
                  <a:pt x="5322" y="634"/>
                  <a:pt x="5322" y="634"/>
                  <a:pt x="5322" y="634"/>
                </a:cubicBezTo>
                <a:cubicBezTo>
                  <a:pt x="5322" y="655"/>
                  <a:pt x="5322" y="655"/>
                  <a:pt x="5322" y="655"/>
                </a:cubicBezTo>
                <a:cubicBezTo>
                  <a:pt x="5310" y="655"/>
                  <a:pt x="5310" y="655"/>
                  <a:pt x="5310" y="655"/>
                </a:cubicBezTo>
                <a:cubicBezTo>
                  <a:pt x="5310" y="674"/>
                  <a:pt x="5310" y="674"/>
                  <a:pt x="5310" y="674"/>
                </a:cubicBezTo>
                <a:cubicBezTo>
                  <a:pt x="5302" y="674"/>
                  <a:pt x="5302" y="674"/>
                  <a:pt x="5302" y="674"/>
                </a:cubicBezTo>
                <a:cubicBezTo>
                  <a:pt x="5302" y="683"/>
                  <a:pt x="5302" y="683"/>
                  <a:pt x="5302" y="683"/>
                </a:cubicBezTo>
                <a:cubicBezTo>
                  <a:pt x="5292" y="683"/>
                  <a:pt x="5292" y="683"/>
                  <a:pt x="5292" y="683"/>
                </a:cubicBezTo>
                <a:cubicBezTo>
                  <a:pt x="5292" y="1274"/>
                  <a:pt x="5292" y="1274"/>
                  <a:pt x="5292" y="1274"/>
                </a:cubicBezTo>
                <a:cubicBezTo>
                  <a:pt x="5260" y="1274"/>
                  <a:pt x="5260" y="1274"/>
                  <a:pt x="5260" y="1274"/>
                </a:cubicBezTo>
                <a:cubicBezTo>
                  <a:pt x="5260" y="792"/>
                  <a:pt x="5260" y="792"/>
                  <a:pt x="5260" y="792"/>
                </a:cubicBezTo>
                <a:cubicBezTo>
                  <a:pt x="5098" y="792"/>
                  <a:pt x="5098" y="792"/>
                  <a:pt x="5098" y="792"/>
                </a:cubicBezTo>
                <a:cubicBezTo>
                  <a:pt x="5073" y="817"/>
                  <a:pt x="5073" y="817"/>
                  <a:pt x="5073" y="817"/>
                </a:cubicBezTo>
                <a:cubicBezTo>
                  <a:pt x="5073" y="1219"/>
                  <a:pt x="5073" y="1219"/>
                  <a:pt x="5073" y="1219"/>
                </a:cubicBezTo>
                <a:cubicBezTo>
                  <a:pt x="5044" y="1219"/>
                  <a:pt x="5044" y="1219"/>
                  <a:pt x="5044" y="1219"/>
                </a:cubicBezTo>
                <a:cubicBezTo>
                  <a:pt x="5031" y="1237"/>
                  <a:pt x="5031" y="1237"/>
                  <a:pt x="5031" y="1237"/>
                </a:cubicBezTo>
                <a:cubicBezTo>
                  <a:pt x="5031" y="1419"/>
                  <a:pt x="5031" y="1419"/>
                  <a:pt x="5031" y="1419"/>
                </a:cubicBezTo>
                <a:cubicBezTo>
                  <a:pt x="5007" y="1419"/>
                  <a:pt x="5007" y="1419"/>
                  <a:pt x="5007" y="1419"/>
                </a:cubicBezTo>
                <a:cubicBezTo>
                  <a:pt x="5007" y="1089"/>
                  <a:pt x="5007" y="1089"/>
                  <a:pt x="5007" y="1089"/>
                </a:cubicBezTo>
                <a:cubicBezTo>
                  <a:pt x="4993" y="1089"/>
                  <a:pt x="4993" y="1089"/>
                  <a:pt x="4993" y="1089"/>
                </a:cubicBezTo>
                <a:cubicBezTo>
                  <a:pt x="4993" y="1050"/>
                  <a:pt x="4993" y="1050"/>
                  <a:pt x="4993" y="1050"/>
                </a:cubicBezTo>
                <a:cubicBezTo>
                  <a:pt x="4981" y="1050"/>
                  <a:pt x="4981" y="1050"/>
                  <a:pt x="4981" y="1050"/>
                </a:cubicBezTo>
                <a:cubicBezTo>
                  <a:pt x="4981" y="1026"/>
                  <a:pt x="4981" y="1026"/>
                  <a:pt x="4981" y="1026"/>
                </a:cubicBezTo>
                <a:cubicBezTo>
                  <a:pt x="4959" y="1026"/>
                  <a:pt x="4959" y="1026"/>
                  <a:pt x="4959" y="1026"/>
                </a:cubicBezTo>
                <a:cubicBezTo>
                  <a:pt x="4945" y="1016"/>
                  <a:pt x="4945" y="1016"/>
                  <a:pt x="4945" y="1016"/>
                </a:cubicBezTo>
                <a:cubicBezTo>
                  <a:pt x="4945" y="887"/>
                  <a:pt x="4945" y="887"/>
                  <a:pt x="4945" y="887"/>
                </a:cubicBezTo>
                <a:cubicBezTo>
                  <a:pt x="4841" y="919"/>
                  <a:pt x="4841" y="919"/>
                  <a:pt x="4841" y="919"/>
                </a:cubicBezTo>
                <a:cubicBezTo>
                  <a:pt x="4819" y="902"/>
                  <a:pt x="4819" y="902"/>
                  <a:pt x="4819" y="902"/>
                </a:cubicBezTo>
                <a:cubicBezTo>
                  <a:pt x="4819" y="685"/>
                  <a:pt x="4819" y="685"/>
                  <a:pt x="4819" y="685"/>
                </a:cubicBezTo>
                <a:cubicBezTo>
                  <a:pt x="4750" y="668"/>
                  <a:pt x="4750" y="668"/>
                  <a:pt x="4750" y="668"/>
                </a:cubicBezTo>
                <a:cubicBezTo>
                  <a:pt x="4616" y="723"/>
                  <a:pt x="4616" y="723"/>
                  <a:pt x="4616" y="723"/>
                </a:cubicBezTo>
                <a:cubicBezTo>
                  <a:pt x="4616" y="734"/>
                  <a:pt x="4616" y="734"/>
                  <a:pt x="4616" y="734"/>
                </a:cubicBezTo>
                <a:cubicBezTo>
                  <a:pt x="4593" y="720"/>
                  <a:pt x="4593" y="720"/>
                  <a:pt x="4593" y="720"/>
                </a:cubicBezTo>
                <a:cubicBezTo>
                  <a:pt x="4574" y="720"/>
                  <a:pt x="4574" y="720"/>
                  <a:pt x="4574" y="720"/>
                </a:cubicBezTo>
                <a:cubicBezTo>
                  <a:pt x="4574" y="739"/>
                  <a:pt x="4574" y="739"/>
                  <a:pt x="4574" y="739"/>
                </a:cubicBezTo>
                <a:cubicBezTo>
                  <a:pt x="4551" y="739"/>
                  <a:pt x="4551" y="739"/>
                  <a:pt x="4551" y="739"/>
                </a:cubicBezTo>
                <a:cubicBezTo>
                  <a:pt x="4551" y="807"/>
                  <a:pt x="4551" y="807"/>
                  <a:pt x="4551" y="807"/>
                </a:cubicBezTo>
                <a:cubicBezTo>
                  <a:pt x="4540" y="807"/>
                  <a:pt x="4540" y="807"/>
                  <a:pt x="4540" y="807"/>
                </a:cubicBezTo>
                <a:cubicBezTo>
                  <a:pt x="4540" y="1250"/>
                  <a:pt x="4540" y="1250"/>
                  <a:pt x="4540" y="1250"/>
                </a:cubicBezTo>
                <a:cubicBezTo>
                  <a:pt x="4523" y="1250"/>
                  <a:pt x="4523" y="1250"/>
                  <a:pt x="4523" y="1250"/>
                </a:cubicBezTo>
                <a:cubicBezTo>
                  <a:pt x="4516" y="1237"/>
                  <a:pt x="4516" y="1237"/>
                  <a:pt x="4516" y="1237"/>
                </a:cubicBezTo>
                <a:cubicBezTo>
                  <a:pt x="4516" y="1205"/>
                  <a:pt x="4516" y="1205"/>
                  <a:pt x="4516" y="1205"/>
                </a:cubicBezTo>
                <a:cubicBezTo>
                  <a:pt x="4499" y="1205"/>
                  <a:pt x="4499" y="1205"/>
                  <a:pt x="4499" y="1205"/>
                </a:cubicBezTo>
                <a:cubicBezTo>
                  <a:pt x="4499" y="1238"/>
                  <a:pt x="4499" y="1238"/>
                  <a:pt x="4499" y="1238"/>
                </a:cubicBezTo>
                <a:cubicBezTo>
                  <a:pt x="4495" y="1234"/>
                  <a:pt x="4495" y="1234"/>
                  <a:pt x="4495" y="1234"/>
                </a:cubicBezTo>
                <a:cubicBezTo>
                  <a:pt x="4495" y="1245"/>
                  <a:pt x="4495" y="1245"/>
                  <a:pt x="4495" y="1245"/>
                </a:cubicBezTo>
                <a:cubicBezTo>
                  <a:pt x="4482" y="1245"/>
                  <a:pt x="4482" y="1245"/>
                  <a:pt x="4482" y="1245"/>
                </a:cubicBezTo>
                <a:cubicBezTo>
                  <a:pt x="4482" y="1255"/>
                  <a:pt x="4482" y="1255"/>
                  <a:pt x="4482" y="1255"/>
                </a:cubicBezTo>
                <a:cubicBezTo>
                  <a:pt x="4474" y="1255"/>
                  <a:pt x="4474" y="1255"/>
                  <a:pt x="4474" y="1255"/>
                </a:cubicBezTo>
                <a:cubicBezTo>
                  <a:pt x="4474" y="1263"/>
                  <a:pt x="4474" y="1263"/>
                  <a:pt x="4474" y="1263"/>
                </a:cubicBezTo>
                <a:cubicBezTo>
                  <a:pt x="4452" y="1263"/>
                  <a:pt x="4452" y="1263"/>
                  <a:pt x="4452" y="1263"/>
                </a:cubicBezTo>
                <a:cubicBezTo>
                  <a:pt x="4452" y="1251"/>
                  <a:pt x="4452" y="1251"/>
                  <a:pt x="4452" y="1251"/>
                </a:cubicBezTo>
                <a:cubicBezTo>
                  <a:pt x="4468" y="1248"/>
                  <a:pt x="4468" y="1248"/>
                  <a:pt x="4468" y="1248"/>
                </a:cubicBezTo>
                <a:cubicBezTo>
                  <a:pt x="4468" y="1242"/>
                  <a:pt x="4468" y="1242"/>
                  <a:pt x="4468" y="1242"/>
                </a:cubicBezTo>
                <a:cubicBezTo>
                  <a:pt x="4407" y="1242"/>
                  <a:pt x="4407" y="1242"/>
                  <a:pt x="4407" y="1242"/>
                </a:cubicBezTo>
                <a:cubicBezTo>
                  <a:pt x="4409" y="1247"/>
                  <a:pt x="4409" y="1247"/>
                  <a:pt x="4409" y="1247"/>
                </a:cubicBezTo>
                <a:cubicBezTo>
                  <a:pt x="4421" y="1249"/>
                  <a:pt x="4421" y="1249"/>
                  <a:pt x="4421" y="1249"/>
                </a:cubicBezTo>
                <a:cubicBezTo>
                  <a:pt x="4421" y="1260"/>
                  <a:pt x="4421" y="1260"/>
                  <a:pt x="4421" y="1260"/>
                </a:cubicBezTo>
                <a:cubicBezTo>
                  <a:pt x="4398" y="1265"/>
                  <a:pt x="4398" y="1265"/>
                  <a:pt x="4398" y="1265"/>
                </a:cubicBezTo>
                <a:cubicBezTo>
                  <a:pt x="4369" y="1201"/>
                  <a:pt x="4369" y="1201"/>
                  <a:pt x="4369" y="1201"/>
                </a:cubicBezTo>
                <a:cubicBezTo>
                  <a:pt x="4369" y="1161"/>
                  <a:pt x="4369" y="1161"/>
                  <a:pt x="4369" y="1161"/>
                </a:cubicBezTo>
                <a:cubicBezTo>
                  <a:pt x="4369" y="948"/>
                  <a:pt x="4369" y="948"/>
                  <a:pt x="4369" y="948"/>
                </a:cubicBezTo>
                <a:cubicBezTo>
                  <a:pt x="4369" y="948"/>
                  <a:pt x="4379" y="944"/>
                  <a:pt x="4379" y="932"/>
                </a:cubicBezTo>
                <a:cubicBezTo>
                  <a:pt x="4379" y="920"/>
                  <a:pt x="4346" y="917"/>
                  <a:pt x="4333" y="917"/>
                </a:cubicBezTo>
                <a:cubicBezTo>
                  <a:pt x="4320" y="917"/>
                  <a:pt x="4287" y="920"/>
                  <a:pt x="4287" y="932"/>
                </a:cubicBezTo>
                <a:cubicBezTo>
                  <a:pt x="4287" y="944"/>
                  <a:pt x="4297" y="948"/>
                  <a:pt x="4297" y="948"/>
                </a:cubicBezTo>
                <a:cubicBezTo>
                  <a:pt x="4297" y="1161"/>
                  <a:pt x="4297" y="1161"/>
                  <a:pt x="4297" y="1161"/>
                </a:cubicBezTo>
                <a:cubicBezTo>
                  <a:pt x="4286" y="1161"/>
                  <a:pt x="4286" y="1161"/>
                  <a:pt x="4286" y="1161"/>
                </a:cubicBezTo>
                <a:cubicBezTo>
                  <a:pt x="4286" y="1131"/>
                  <a:pt x="4286" y="1131"/>
                  <a:pt x="4286" y="1131"/>
                </a:cubicBezTo>
                <a:cubicBezTo>
                  <a:pt x="4238" y="1091"/>
                  <a:pt x="4238" y="1091"/>
                  <a:pt x="4238" y="1091"/>
                </a:cubicBezTo>
                <a:cubicBezTo>
                  <a:pt x="4238" y="974"/>
                  <a:pt x="4238" y="974"/>
                  <a:pt x="4238" y="974"/>
                </a:cubicBezTo>
                <a:cubicBezTo>
                  <a:pt x="4223" y="974"/>
                  <a:pt x="4223" y="974"/>
                  <a:pt x="4223" y="974"/>
                </a:cubicBezTo>
                <a:cubicBezTo>
                  <a:pt x="4166" y="1010"/>
                  <a:pt x="4166" y="1010"/>
                  <a:pt x="4166" y="1010"/>
                </a:cubicBezTo>
                <a:cubicBezTo>
                  <a:pt x="4166" y="995"/>
                  <a:pt x="4166" y="995"/>
                  <a:pt x="4166" y="995"/>
                </a:cubicBezTo>
                <a:cubicBezTo>
                  <a:pt x="4087" y="995"/>
                  <a:pt x="4087" y="995"/>
                  <a:pt x="4087" y="995"/>
                </a:cubicBezTo>
                <a:cubicBezTo>
                  <a:pt x="4087" y="1012"/>
                  <a:pt x="4087" y="1012"/>
                  <a:pt x="4087" y="1012"/>
                </a:cubicBezTo>
                <a:cubicBezTo>
                  <a:pt x="4069" y="1012"/>
                  <a:pt x="4069" y="1012"/>
                  <a:pt x="4069" y="1012"/>
                </a:cubicBezTo>
                <a:cubicBezTo>
                  <a:pt x="4069" y="1130"/>
                  <a:pt x="4069" y="1130"/>
                  <a:pt x="4069" y="1130"/>
                </a:cubicBezTo>
                <a:cubicBezTo>
                  <a:pt x="4046" y="1117"/>
                  <a:pt x="4046" y="1117"/>
                  <a:pt x="4046" y="1117"/>
                </a:cubicBezTo>
                <a:cubicBezTo>
                  <a:pt x="4046" y="1088"/>
                  <a:pt x="4046" y="1088"/>
                  <a:pt x="4046" y="1088"/>
                </a:cubicBezTo>
                <a:cubicBezTo>
                  <a:pt x="4039" y="1088"/>
                  <a:pt x="4039" y="1088"/>
                  <a:pt x="4039" y="1088"/>
                </a:cubicBezTo>
                <a:cubicBezTo>
                  <a:pt x="4039" y="1118"/>
                  <a:pt x="4039" y="1118"/>
                  <a:pt x="4039" y="1118"/>
                </a:cubicBezTo>
                <a:cubicBezTo>
                  <a:pt x="4032" y="1118"/>
                  <a:pt x="4032" y="1118"/>
                  <a:pt x="4032" y="1118"/>
                </a:cubicBezTo>
                <a:cubicBezTo>
                  <a:pt x="4032" y="1061"/>
                  <a:pt x="4032" y="1061"/>
                  <a:pt x="4032" y="1061"/>
                </a:cubicBezTo>
                <a:cubicBezTo>
                  <a:pt x="3989" y="1061"/>
                  <a:pt x="3989" y="1061"/>
                  <a:pt x="3989" y="1061"/>
                </a:cubicBezTo>
                <a:cubicBezTo>
                  <a:pt x="3989" y="1052"/>
                  <a:pt x="3984" y="1018"/>
                  <a:pt x="3943" y="995"/>
                </a:cubicBezTo>
                <a:cubicBezTo>
                  <a:pt x="3943" y="975"/>
                  <a:pt x="3943" y="975"/>
                  <a:pt x="3943" y="975"/>
                </a:cubicBezTo>
                <a:cubicBezTo>
                  <a:pt x="3933" y="975"/>
                  <a:pt x="3933" y="975"/>
                  <a:pt x="3933" y="975"/>
                </a:cubicBezTo>
                <a:cubicBezTo>
                  <a:pt x="3923" y="975"/>
                  <a:pt x="3923" y="975"/>
                  <a:pt x="3923" y="975"/>
                </a:cubicBezTo>
                <a:cubicBezTo>
                  <a:pt x="3923" y="995"/>
                  <a:pt x="3923" y="995"/>
                  <a:pt x="3923" y="995"/>
                </a:cubicBezTo>
                <a:cubicBezTo>
                  <a:pt x="3882" y="1018"/>
                  <a:pt x="3877" y="1052"/>
                  <a:pt x="3877" y="1061"/>
                </a:cubicBezTo>
                <a:cubicBezTo>
                  <a:pt x="3877" y="1070"/>
                  <a:pt x="3885" y="1078"/>
                  <a:pt x="3885" y="1078"/>
                </a:cubicBezTo>
                <a:cubicBezTo>
                  <a:pt x="3859" y="1078"/>
                  <a:pt x="3859" y="1078"/>
                  <a:pt x="3859" y="1078"/>
                </a:cubicBezTo>
                <a:cubicBezTo>
                  <a:pt x="3846" y="1078"/>
                  <a:pt x="3846" y="1078"/>
                  <a:pt x="3846" y="1078"/>
                </a:cubicBezTo>
                <a:cubicBezTo>
                  <a:pt x="3809" y="1051"/>
                  <a:pt x="3809" y="1051"/>
                  <a:pt x="3809" y="1051"/>
                </a:cubicBezTo>
                <a:cubicBezTo>
                  <a:pt x="3781" y="1070"/>
                  <a:pt x="3781" y="1070"/>
                  <a:pt x="3781" y="1070"/>
                </a:cubicBezTo>
                <a:cubicBezTo>
                  <a:pt x="3770" y="1080"/>
                  <a:pt x="3770" y="1080"/>
                  <a:pt x="3770" y="1080"/>
                </a:cubicBezTo>
                <a:cubicBezTo>
                  <a:pt x="3742" y="1080"/>
                  <a:pt x="3742" y="1080"/>
                  <a:pt x="3742" y="1080"/>
                </a:cubicBezTo>
                <a:cubicBezTo>
                  <a:pt x="3742" y="1095"/>
                  <a:pt x="3742" y="1095"/>
                  <a:pt x="3742" y="1095"/>
                </a:cubicBezTo>
                <a:cubicBezTo>
                  <a:pt x="3759" y="1095"/>
                  <a:pt x="3763" y="1109"/>
                  <a:pt x="3763" y="1109"/>
                </a:cubicBezTo>
                <a:cubicBezTo>
                  <a:pt x="3763" y="1133"/>
                  <a:pt x="3763" y="1133"/>
                  <a:pt x="3763" y="1133"/>
                </a:cubicBezTo>
                <a:cubicBezTo>
                  <a:pt x="3734" y="1133"/>
                  <a:pt x="3734" y="1133"/>
                  <a:pt x="3734" y="1133"/>
                </a:cubicBezTo>
                <a:cubicBezTo>
                  <a:pt x="3734" y="1123"/>
                  <a:pt x="3734" y="1123"/>
                  <a:pt x="3734" y="1123"/>
                </a:cubicBezTo>
                <a:cubicBezTo>
                  <a:pt x="3673" y="1123"/>
                  <a:pt x="3673" y="1123"/>
                  <a:pt x="3673" y="1123"/>
                </a:cubicBezTo>
                <a:cubicBezTo>
                  <a:pt x="3673" y="1147"/>
                  <a:pt x="3673" y="1147"/>
                  <a:pt x="3673" y="1147"/>
                </a:cubicBezTo>
                <a:cubicBezTo>
                  <a:pt x="3635" y="1147"/>
                  <a:pt x="3635" y="1147"/>
                  <a:pt x="3635" y="1147"/>
                </a:cubicBezTo>
                <a:cubicBezTo>
                  <a:pt x="3635" y="1405"/>
                  <a:pt x="3635" y="1405"/>
                  <a:pt x="3635" y="1405"/>
                </a:cubicBezTo>
                <a:cubicBezTo>
                  <a:pt x="3585" y="1405"/>
                  <a:pt x="3585" y="1405"/>
                  <a:pt x="3585" y="1405"/>
                </a:cubicBezTo>
                <a:cubicBezTo>
                  <a:pt x="3585" y="1415"/>
                  <a:pt x="3585" y="1415"/>
                  <a:pt x="3585" y="1415"/>
                </a:cubicBezTo>
                <a:cubicBezTo>
                  <a:pt x="3576" y="1415"/>
                  <a:pt x="3576" y="1415"/>
                  <a:pt x="3576" y="1415"/>
                </a:cubicBezTo>
                <a:cubicBezTo>
                  <a:pt x="3576" y="1437"/>
                  <a:pt x="3576" y="1437"/>
                  <a:pt x="3576" y="1437"/>
                </a:cubicBezTo>
                <a:cubicBezTo>
                  <a:pt x="3565" y="1437"/>
                  <a:pt x="3565" y="1437"/>
                  <a:pt x="3565" y="1437"/>
                </a:cubicBezTo>
                <a:cubicBezTo>
                  <a:pt x="3565" y="1403"/>
                  <a:pt x="3565" y="1403"/>
                  <a:pt x="3565" y="1403"/>
                </a:cubicBezTo>
                <a:cubicBezTo>
                  <a:pt x="3528" y="1403"/>
                  <a:pt x="3528" y="1403"/>
                  <a:pt x="3528" y="1403"/>
                </a:cubicBezTo>
                <a:cubicBezTo>
                  <a:pt x="3528" y="1259"/>
                  <a:pt x="3528" y="1259"/>
                  <a:pt x="3528" y="1259"/>
                </a:cubicBezTo>
                <a:cubicBezTo>
                  <a:pt x="3478" y="1259"/>
                  <a:pt x="3478" y="1259"/>
                  <a:pt x="3478" y="1259"/>
                </a:cubicBezTo>
                <a:cubicBezTo>
                  <a:pt x="3478" y="1245"/>
                  <a:pt x="3478" y="1245"/>
                  <a:pt x="3478" y="1245"/>
                </a:cubicBezTo>
                <a:cubicBezTo>
                  <a:pt x="3463" y="1245"/>
                  <a:pt x="3463" y="1245"/>
                  <a:pt x="3463" y="1245"/>
                </a:cubicBezTo>
                <a:cubicBezTo>
                  <a:pt x="3463" y="1255"/>
                  <a:pt x="3463" y="1255"/>
                  <a:pt x="3463" y="1255"/>
                </a:cubicBezTo>
                <a:cubicBezTo>
                  <a:pt x="3455" y="1255"/>
                  <a:pt x="3455" y="1255"/>
                  <a:pt x="3455" y="1255"/>
                </a:cubicBezTo>
                <a:cubicBezTo>
                  <a:pt x="3456" y="1251"/>
                  <a:pt x="3456" y="1248"/>
                  <a:pt x="3456" y="1245"/>
                </a:cubicBezTo>
                <a:cubicBezTo>
                  <a:pt x="3456" y="1211"/>
                  <a:pt x="3436" y="1182"/>
                  <a:pt x="3407" y="1168"/>
                </a:cubicBezTo>
                <a:cubicBezTo>
                  <a:pt x="3407" y="700"/>
                  <a:pt x="3407" y="700"/>
                  <a:pt x="3407" y="700"/>
                </a:cubicBezTo>
                <a:cubicBezTo>
                  <a:pt x="3431" y="687"/>
                  <a:pt x="3447" y="662"/>
                  <a:pt x="3447" y="634"/>
                </a:cubicBezTo>
                <a:cubicBezTo>
                  <a:pt x="3447" y="597"/>
                  <a:pt x="3421" y="567"/>
                  <a:pt x="3387" y="560"/>
                </a:cubicBezTo>
                <a:cubicBezTo>
                  <a:pt x="3383" y="429"/>
                  <a:pt x="3383" y="429"/>
                  <a:pt x="3383" y="429"/>
                </a:cubicBezTo>
                <a:cubicBezTo>
                  <a:pt x="3391" y="425"/>
                  <a:pt x="3397" y="417"/>
                  <a:pt x="3397" y="407"/>
                </a:cubicBezTo>
                <a:cubicBezTo>
                  <a:pt x="3397" y="400"/>
                  <a:pt x="3394" y="393"/>
                  <a:pt x="3390" y="389"/>
                </a:cubicBezTo>
                <a:cubicBezTo>
                  <a:pt x="3390" y="372"/>
                  <a:pt x="3390" y="372"/>
                  <a:pt x="3390" y="372"/>
                </a:cubicBezTo>
                <a:cubicBezTo>
                  <a:pt x="3382" y="372"/>
                  <a:pt x="3382" y="372"/>
                  <a:pt x="3382" y="372"/>
                </a:cubicBezTo>
                <a:cubicBezTo>
                  <a:pt x="3382" y="269"/>
                  <a:pt x="3382" y="269"/>
                  <a:pt x="3382" y="269"/>
                </a:cubicBezTo>
                <a:cubicBezTo>
                  <a:pt x="3377" y="269"/>
                  <a:pt x="3377" y="269"/>
                  <a:pt x="3377" y="269"/>
                </a:cubicBezTo>
                <a:cubicBezTo>
                  <a:pt x="3377" y="187"/>
                  <a:pt x="3377" y="187"/>
                  <a:pt x="3377" y="187"/>
                </a:cubicBezTo>
                <a:cubicBezTo>
                  <a:pt x="3377" y="187"/>
                  <a:pt x="3385" y="187"/>
                  <a:pt x="3385" y="177"/>
                </a:cubicBezTo>
                <a:cubicBezTo>
                  <a:pt x="3385" y="167"/>
                  <a:pt x="3377" y="170"/>
                  <a:pt x="3377" y="170"/>
                </a:cubicBezTo>
                <a:cubicBezTo>
                  <a:pt x="3372" y="0"/>
                  <a:pt x="3372" y="0"/>
                  <a:pt x="3372" y="0"/>
                </a:cubicBezTo>
                <a:cubicBezTo>
                  <a:pt x="3367" y="170"/>
                  <a:pt x="3367" y="170"/>
                  <a:pt x="3367" y="170"/>
                </a:cubicBezTo>
                <a:cubicBezTo>
                  <a:pt x="3367" y="170"/>
                  <a:pt x="3359" y="167"/>
                  <a:pt x="3359" y="177"/>
                </a:cubicBezTo>
                <a:cubicBezTo>
                  <a:pt x="3359" y="187"/>
                  <a:pt x="3367" y="187"/>
                  <a:pt x="3367" y="187"/>
                </a:cubicBezTo>
                <a:cubicBezTo>
                  <a:pt x="3367" y="269"/>
                  <a:pt x="3367" y="269"/>
                  <a:pt x="3367" y="269"/>
                </a:cubicBezTo>
                <a:cubicBezTo>
                  <a:pt x="3362" y="269"/>
                  <a:pt x="3362" y="269"/>
                  <a:pt x="3362" y="269"/>
                </a:cubicBezTo>
                <a:cubicBezTo>
                  <a:pt x="3362" y="372"/>
                  <a:pt x="3362" y="372"/>
                  <a:pt x="3362" y="372"/>
                </a:cubicBezTo>
                <a:cubicBezTo>
                  <a:pt x="3354" y="372"/>
                  <a:pt x="3354" y="372"/>
                  <a:pt x="3354" y="372"/>
                </a:cubicBezTo>
                <a:cubicBezTo>
                  <a:pt x="3354" y="389"/>
                  <a:pt x="3354" y="389"/>
                  <a:pt x="3354" y="389"/>
                </a:cubicBezTo>
                <a:cubicBezTo>
                  <a:pt x="3350" y="393"/>
                  <a:pt x="3347" y="400"/>
                  <a:pt x="3347" y="407"/>
                </a:cubicBezTo>
                <a:cubicBezTo>
                  <a:pt x="3347" y="417"/>
                  <a:pt x="3353" y="425"/>
                  <a:pt x="3361" y="429"/>
                </a:cubicBezTo>
                <a:cubicBezTo>
                  <a:pt x="3357" y="560"/>
                  <a:pt x="3357" y="560"/>
                  <a:pt x="3357" y="560"/>
                </a:cubicBezTo>
                <a:cubicBezTo>
                  <a:pt x="3323" y="567"/>
                  <a:pt x="3297" y="597"/>
                  <a:pt x="3297" y="634"/>
                </a:cubicBezTo>
                <a:cubicBezTo>
                  <a:pt x="3297" y="659"/>
                  <a:pt x="3310" y="681"/>
                  <a:pt x="3329" y="695"/>
                </a:cubicBezTo>
                <a:cubicBezTo>
                  <a:pt x="3329" y="1173"/>
                  <a:pt x="3329" y="1173"/>
                  <a:pt x="3329" y="1173"/>
                </a:cubicBezTo>
                <a:cubicBezTo>
                  <a:pt x="3304" y="1187"/>
                  <a:pt x="3288" y="1214"/>
                  <a:pt x="3288" y="1245"/>
                </a:cubicBezTo>
                <a:cubicBezTo>
                  <a:pt x="3288" y="1275"/>
                  <a:pt x="3304" y="1302"/>
                  <a:pt x="3329" y="1317"/>
                </a:cubicBezTo>
                <a:cubicBezTo>
                  <a:pt x="3329" y="1343"/>
                  <a:pt x="3329" y="1343"/>
                  <a:pt x="3329" y="1343"/>
                </a:cubicBezTo>
                <a:cubicBezTo>
                  <a:pt x="3287" y="1479"/>
                  <a:pt x="3287" y="1479"/>
                  <a:pt x="3287" y="1479"/>
                </a:cubicBezTo>
                <a:cubicBezTo>
                  <a:pt x="3180" y="1479"/>
                  <a:pt x="3180" y="1479"/>
                  <a:pt x="3180" y="1479"/>
                </a:cubicBezTo>
                <a:cubicBezTo>
                  <a:pt x="3180" y="1420"/>
                  <a:pt x="3180" y="1420"/>
                  <a:pt x="3180" y="1420"/>
                </a:cubicBezTo>
                <a:cubicBezTo>
                  <a:pt x="3132" y="1420"/>
                  <a:pt x="3132" y="1420"/>
                  <a:pt x="3132" y="1420"/>
                </a:cubicBezTo>
                <a:cubicBezTo>
                  <a:pt x="3132" y="1479"/>
                  <a:pt x="3132" y="1479"/>
                  <a:pt x="3132" y="1479"/>
                </a:cubicBezTo>
                <a:cubicBezTo>
                  <a:pt x="2997" y="1479"/>
                  <a:pt x="2997" y="1479"/>
                  <a:pt x="2997" y="1479"/>
                </a:cubicBezTo>
                <a:cubicBezTo>
                  <a:pt x="2997" y="1395"/>
                  <a:pt x="2997" y="1395"/>
                  <a:pt x="2997" y="1395"/>
                </a:cubicBezTo>
                <a:cubicBezTo>
                  <a:pt x="2850" y="1372"/>
                  <a:pt x="2850" y="1372"/>
                  <a:pt x="2850" y="1372"/>
                </a:cubicBezTo>
                <a:cubicBezTo>
                  <a:pt x="2850" y="1279"/>
                  <a:pt x="2850" y="1279"/>
                  <a:pt x="2850" y="1279"/>
                </a:cubicBezTo>
                <a:cubicBezTo>
                  <a:pt x="2844" y="1271"/>
                  <a:pt x="2844" y="1271"/>
                  <a:pt x="2844" y="1271"/>
                </a:cubicBezTo>
                <a:cubicBezTo>
                  <a:pt x="2844" y="1227"/>
                  <a:pt x="2844" y="1227"/>
                  <a:pt x="2844" y="1227"/>
                </a:cubicBezTo>
                <a:cubicBezTo>
                  <a:pt x="2838" y="1223"/>
                  <a:pt x="2838" y="1223"/>
                  <a:pt x="2838" y="1223"/>
                </a:cubicBezTo>
                <a:cubicBezTo>
                  <a:pt x="2838" y="1194"/>
                  <a:pt x="2838" y="1194"/>
                  <a:pt x="2838" y="1194"/>
                </a:cubicBezTo>
                <a:cubicBezTo>
                  <a:pt x="2818" y="1177"/>
                  <a:pt x="2818" y="1177"/>
                  <a:pt x="2818" y="1177"/>
                </a:cubicBezTo>
                <a:cubicBezTo>
                  <a:pt x="2803" y="1177"/>
                  <a:pt x="2803" y="1177"/>
                  <a:pt x="2803" y="1177"/>
                </a:cubicBezTo>
                <a:cubicBezTo>
                  <a:pt x="2797" y="1119"/>
                  <a:pt x="2797" y="1119"/>
                  <a:pt x="2797" y="1119"/>
                </a:cubicBezTo>
                <a:cubicBezTo>
                  <a:pt x="2791" y="1177"/>
                  <a:pt x="2791" y="1177"/>
                  <a:pt x="2791" y="1177"/>
                </a:cubicBezTo>
                <a:cubicBezTo>
                  <a:pt x="2776" y="1177"/>
                  <a:pt x="2776" y="1177"/>
                  <a:pt x="2776" y="1177"/>
                </a:cubicBezTo>
                <a:cubicBezTo>
                  <a:pt x="2756" y="1194"/>
                  <a:pt x="2756" y="1194"/>
                  <a:pt x="2756" y="1194"/>
                </a:cubicBezTo>
                <a:cubicBezTo>
                  <a:pt x="2756" y="1223"/>
                  <a:pt x="2756" y="1223"/>
                  <a:pt x="2756" y="1223"/>
                </a:cubicBezTo>
                <a:cubicBezTo>
                  <a:pt x="2750" y="1227"/>
                  <a:pt x="2750" y="1227"/>
                  <a:pt x="2750" y="1227"/>
                </a:cubicBezTo>
                <a:cubicBezTo>
                  <a:pt x="2750" y="1271"/>
                  <a:pt x="2750" y="1271"/>
                  <a:pt x="2750" y="1271"/>
                </a:cubicBezTo>
                <a:cubicBezTo>
                  <a:pt x="2744" y="1279"/>
                  <a:pt x="2744" y="1279"/>
                  <a:pt x="2744" y="1279"/>
                </a:cubicBezTo>
                <a:cubicBezTo>
                  <a:pt x="2744" y="1341"/>
                  <a:pt x="2744" y="1341"/>
                  <a:pt x="2744" y="1341"/>
                </a:cubicBezTo>
                <a:cubicBezTo>
                  <a:pt x="2744" y="1341"/>
                  <a:pt x="2733" y="1330"/>
                  <a:pt x="2701" y="1330"/>
                </a:cubicBezTo>
                <a:cubicBezTo>
                  <a:pt x="2658" y="1330"/>
                  <a:pt x="2628" y="1372"/>
                  <a:pt x="2628" y="1372"/>
                </a:cubicBezTo>
                <a:cubicBezTo>
                  <a:pt x="2572" y="1372"/>
                  <a:pt x="2572" y="1372"/>
                  <a:pt x="2572" y="1372"/>
                </a:cubicBezTo>
                <a:cubicBezTo>
                  <a:pt x="2572" y="1389"/>
                  <a:pt x="2572" y="1389"/>
                  <a:pt x="2572" y="1389"/>
                </a:cubicBezTo>
                <a:cubicBezTo>
                  <a:pt x="2553" y="1389"/>
                  <a:pt x="2553" y="1389"/>
                  <a:pt x="2553" y="1389"/>
                </a:cubicBezTo>
                <a:cubicBezTo>
                  <a:pt x="2553" y="1382"/>
                  <a:pt x="2553" y="1382"/>
                  <a:pt x="2553" y="1382"/>
                </a:cubicBezTo>
                <a:cubicBezTo>
                  <a:pt x="2510" y="1382"/>
                  <a:pt x="2510" y="1382"/>
                  <a:pt x="2510" y="1382"/>
                </a:cubicBezTo>
                <a:cubicBezTo>
                  <a:pt x="2502" y="1393"/>
                  <a:pt x="2502" y="1393"/>
                  <a:pt x="2502" y="1393"/>
                </a:cubicBezTo>
                <a:cubicBezTo>
                  <a:pt x="2478" y="1393"/>
                  <a:pt x="2478" y="1393"/>
                  <a:pt x="2478" y="1393"/>
                </a:cubicBezTo>
                <a:cubicBezTo>
                  <a:pt x="2478" y="1402"/>
                  <a:pt x="2478" y="1402"/>
                  <a:pt x="2478" y="1402"/>
                </a:cubicBezTo>
                <a:cubicBezTo>
                  <a:pt x="2470" y="1402"/>
                  <a:pt x="2470" y="1402"/>
                  <a:pt x="2470" y="1402"/>
                </a:cubicBezTo>
                <a:cubicBezTo>
                  <a:pt x="2470" y="1378"/>
                  <a:pt x="2470" y="1378"/>
                  <a:pt x="2470" y="1378"/>
                </a:cubicBezTo>
                <a:cubicBezTo>
                  <a:pt x="2443" y="1378"/>
                  <a:pt x="2443" y="1378"/>
                  <a:pt x="2443" y="1378"/>
                </a:cubicBezTo>
                <a:cubicBezTo>
                  <a:pt x="2432" y="1388"/>
                  <a:pt x="2432" y="1388"/>
                  <a:pt x="2432" y="1388"/>
                </a:cubicBezTo>
                <a:cubicBezTo>
                  <a:pt x="2417" y="1388"/>
                  <a:pt x="2417" y="1388"/>
                  <a:pt x="2417" y="1388"/>
                </a:cubicBezTo>
                <a:cubicBezTo>
                  <a:pt x="2408" y="1375"/>
                  <a:pt x="2408" y="1375"/>
                  <a:pt x="2408" y="1375"/>
                </a:cubicBezTo>
                <a:cubicBezTo>
                  <a:pt x="2393" y="1375"/>
                  <a:pt x="2393" y="1375"/>
                  <a:pt x="2393" y="1375"/>
                </a:cubicBezTo>
                <a:cubicBezTo>
                  <a:pt x="2381" y="1388"/>
                  <a:pt x="2381" y="1388"/>
                  <a:pt x="2381" y="1388"/>
                </a:cubicBezTo>
                <a:cubicBezTo>
                  <a:pt x="2365" y="1388"/>
                  <a:pt x="2365" y="1388"/>
                  <a:pt x="2365" y="1388"/>
                </a:cubicBezTo>
                <a:cubicBezTo>
                  <a:pt x="2365" y="1465"/>
                  <a:pt x="2365" y="1465"/>
                  <a:pt x="2365" y="1465"/>
                </a:cubicBezTo>
                <a:cubicBezTo>
                  <a:pt x="2310" y="1465"/>
                  <a:pt x="2310" y="1465"/>
                  <a:pt x="2310" y="1465"/>
                </a:cubicBezTo>
                <a:cubicBezTo>
                  <a:pt x="2310" y="1440"/>
                  <a:pt x="2310" y="1440"/>
                  <a:pt x="2310" y="1440"/>
                </a:cubicBezTo>
                <a:cubicBezTo>
                  <a:pt x="2284" y="1420"/>
                  <a:pt x="2284" y="1420"/>
                  <a:pt x="2284" y="1420"/>
                </a:cubicBezTo>
                <a:cubicBezTo>
                  <a:pt x="2279" y="1380"/>
                  <a:pt x="2279" y="1380"/>
                  <a:pt x="2279" y="1380"/>
                </a:cubicBezTo>
                <a:cubicBezTo>
                  <a:pt x="2273" y="1419"/>
                  <a:pt x="2273" y="1419"/>
                  <a:pt x="2273" y="1419"/>
                </a:cubicBezTo>
                <a:cubicBezTo>
                  <a:pt x="2243" y="1441"/>
                  <a:pt x="2243" y="1441"/>
                  <a:pt x="2243" y="1441"/>
                </a:cubicBezTo>
                <a:cubicBezTo>
                  <a:pt x="2243" y="1457"/>
                  <a:pt x="2243" y="1457"/>
                  <a:pt x="2243" y="1457"/>
                </a:cubicBezTo>
                <a:cubicBezTo>
                  <a:pt x="2199" y="1457"/>
                  <a:pt x="2199" y="1457"/>
                  <a:pt x="2199" y="1457"/>
                </a:cubicBezTo>
                <a:cubicBezTo>
                  <a:pt x="2199" y="1401"/>
                  <a:pt x="2199" y="1401"/>
                  <a:pt x="2199" y="1401"/>
                </a:cubicBezTo>
                <a:cubicBezTo>
                  <a:pt x="2177" y="1401"/>
                  <a:pt x="2177" y="1401"/>
                  <a:pt x="2177" y="1401"/>
                </a:cubicBezTo>
                <a:cubicBezTo>
                  <a:pt x="2177" y="1391"/>
                  <a:pt x="2177" y="1391"/>
                  <a:pt x="2177" y="1391"/>
                </a:cubicBezTo>
                <a:cubicBezTo>
                  <a:pt x="2152" y="1391"/>
                  <a:pt x="2152" y="1391"/>
                  <a:pt x="2152" y="1391"/>
                </a:cubicBezTo>
                <a:cubicBezTo>
                  <a:pt x="2152" y="1409"/>
                  <a:pt x="2152" y="1409"/>
                  <a:pt x="2152" y="1409"/>
                </a:cubicBezTo>
                <a:cubicBezTo>
                  <a:pt x="2139" y="1409"/>
                  <a:pt x="2139" y="1409"/>
                  <a:pt x="2139" y="1409"/>
                </a:cubicBezTo>
                <a:cubicBezTo>
                  <a:pt x="2139" y="1371"/>
                  <a:pt x="2139" y="1371"/>
                  <a:pt x="2139" y="1371"/>
                </a:cubicBezTo>
                <a:cubicBezTo>
                  <a:pt x="2093" y="1371"/>
                  <a:pt x="2093" y="1371"/>
                  <a:pt x="2093" y="1371"/>
                </a:cubicBezTo>
                <a:cubicBezTo>
                  <a:pt x="2093" y="1436"/>
                  <a:pt x="2093" y="1436"/>
                  <a:pt x="2093" y="1436"/>
                </a:cubicBezTo>
                <a:cubicBezTo>
                  <a:pt x="2077" y="1436"/>
                  <a:pt x="2077" y="1436"/>
                  <a:pt x="2077" y="1436"/>
                </a:cubicBezTo>
                <a:cubicBezTo>
                  <a:pt x="2077" y="1453"/>
                  <a:pt x="2077" y="1453"/>
                  <a:pt x="2077" y="1453"/>
                </a:cubicBezTo>
                <a:cubicBezTo>
                  <a:pt x="2068" y="1453"/>
                  <a:pt x="2068" y="1453"/>
                  <a:pt x="2068" y="1453"/>
                </a:cubicBezTo>
                <a:cubicBezTo>
                  <a:pt x="2068" y="1463"/>
                  <a:pt x="2068" y="1463"/>
                  <a:pt x="2068" y="1463"/>
                </a:cubicBezTo>
                <a:cubicBezTo>
                  <a:pt x="2055" y="1463"/>
                  <a:pt x="2055" y="1463"/>
                  <a:pt x="2055" y="1463"/>
                </a:cubicBezTo>
                <a:cubicBezTo>
                  <a:pt x="2055" y="1453"/>
                  <a:pt x="2055" y="1453"/>
                  <a:pt x="2055" y="1453"/>
                </a:cubicBezTo>
                <a:cubicBezTo>
                  <a:pt x="2033" y="1453"/>
                  <a:pt x="2033" y="1453"/>
                  <a:pt x="2033" y="1453"/>
                </a:cubicBezTo>
                <a:cubicBezTo>
                  <a:pt x="2033" y="1461"/>
                  <a:pt x="2033" y="1461"/>
                  <a:pt x="2033" y="1461"/>
                </a:cubicBezTo>
                <a:cubicBezTo>
                  <a:pt x="2004" y="1461"/>
                  <a:pt x="2004" y="1461"/>
                  <a:pt x="2004" y="1461"/>
                </a:cubicBezTo>
                <a:cubicBezTo>
                  <a:pt x="2004" y="1471"/>
                  <a:pt x="2004" y="1471"/>
                  <a:pt x="2004" y="1471"/>
                </a:cubicBezTo>
                <a:cubicBezTo>
                  <a:pt x="1996" y="1471"/>
                  <a:pt x="1996" y="1471"/>
                  <a:pt x="1996" y="1471"/>
                </a:cubicBezTo>
                <a:cubicBezTo>
                  <a:pt x="1996" y="1463"/>
                  <a:pt x="1996" y="1463"/>
                  <a:pt x="1996" y="1463"/>
                </a:cubicBezTo>
                <a:cubicBezTo>
                  <a:pt x="1983" y="1463"/>
                  <a:pt x="1983" y="1463"/>
                  <a:pt x="1983" y="1463"/>
                </a:cubicBezTo>
                <a:cubicBezTo>
                  <a:pt x="1983" y="1479"/>
                  <a:pt x="1983" y="1479"/>
                  <a:pt x="1983" y="1479"/>
                </a:cubicBezTo>
                <a:cubicBezTo>
                  <a:pt x="1975" y="1479"/>
                  <a:pt x="1975" y="1479"/>
                  <a:pt x="1975" y="1479"/>
                </a:cubicBezTo>
                <a:cubicBezTo>
                  <a:pt x="1975" y="1343"/>
                  <a:pt x="1975" y="1343"/>
                  <a:pt x="1975" y="1343"/>
                </a:cubicBezTo>
                <a:cubicBezTo>
                  <a:pt x="1952" y="1343"/>
                  <a:pt x="1952" y="1343"/>
                  <a:pt x="1952" y="1343"/>
                </a:cubicBezTo>
                <a:cubicBezTo>
                  <a:pt x="1952" y="1352"/>
                  <a:pt x="1952" y="1352"/>
                  <a:pt x="1952" y="1352"/>
                </a:cubicBezTo>
                <a:cubicBezTo>
                  <a:pt x="1943" y="1352"/>
                  <a:pt x="1943" y="1352"/>
                  <a:pt x="1943" y="1352"/>
                </a:cubicBezTo>
                <a:cubicBezTo>
                  <a:pt x="1935" y="1335"/>
                  <a:pt x="1935" y="1335"/>
                  <a:pt x="1935" y="1335"/>
                </a:cubicBezTo>
                <a:cubicBezTo>
                  <a:pt x="1921" y="1335"/>
                  <a:pt x="1921" y="1335"/>
                  <a:pt x="1921" y="1335"/>
                </a:cubicBezTo>
                <a:cubicBezTo>
                  <a:pt x="1912" y="1352"/>
                  <a:pt x="1912" y="1352"/>
                  <a:pt x="1912" y="1352"/>
                </a:cubicBezTo>
                <a:cubicBezTo>
                  <a:pt x="1877" y="1352"/>
                  <a:pt x="1877" y="1352"/>
                  <a:pt x="1877" y="1352"/>
                </a:cubicBezTo>
                <a:cubicBezTo>
                  <a:pt x="1877" y="1456"/>
                  <a:pt x="1877" y="1456"/>
                  <a:pt x="1877" y="1456"/>
                </a:cubicBezTo>
                <a:cubicBezTo>
                  <a:pt x="1805" y="1456"/>
                  <a:pt x="1805" y="1456"/>
                  <a:pt x="1805" y="1456"/>
                </a:cubicBezTo>
                <a:cubicBezTo>
                  <a:pt x="1791" y="1441"/>
                  <a:pt x="1791" y="1441"/>
                  <a:pt x="1791" y="1441"/>
                </a:cubicBezTo>
                <a:cubicBezTo>
                  <a:pt x="1781" y="1452"/>
                  <a:pt x="1781" y="1452"/>
                  <a:pt x="1781" y="1452"/>
                </a:cubicBezTo>
                <a:cubicBezTo>
                  <a:pt x="1771" y="1452"/>
                  <a:pt x="1771" y="1452"/>
                  <a:pt x="1771" y="1452"/>
                </a:cubicBezTo>
                <a:cubicBezTo>
                  <a:pt x="1756" y="1437"/>
                  <a:pt x="1756" y="1437"/>
                  <a:pt x="1756" y="1437"/>
                </a:cubicBezTo>
                <a:cubicBezTo>
                  <a:pt x="1744" y="1437"/>
                  <a:pt x="1744" y="1437"/>
                  <a:pt x="1744" y="1437"/>
                </a:cubicBezTo>
                <a:cubicBezTo>
                  <a:pt x="1731" y="1448"/>
                  <a:pt x="1731" y="1448"/>
                  <a:pt x="1731" y="1448"/>
                </a:cubicBezTo>
                <a:cubicBezTo>
                  <a:pt x="1699" y="1448"/>
                  <a:pt x="1699" y="1448"/>
                  <a:pt x="1699" y="1448"/>
                </a:cubicBezTo>
                <a:cubicBezTo>
                  <a:pt x="1699" y="1437"/>
                  <a:pt x="1699" y="1437"/>
                  <a:pt x="1699" y="1437"/>
                </a:cubicBezTo>
                <a:cubicBezTo>
                  <a:pt x="1673" y="1437"/>
                  <a:pt x="1673" y="1437"/>
                  <a:pt x="1673" y="1437"/>
                </a:cubicBezTo>
                <a:cubicBezTo>
                  <a:pt x="1673" y="1469"/>
                  <a:pt x="1673" y="1469"/>
                  <a:pt x="1673" y="1469"/>
                </a:cubicBezTo>
                <a:cubicBezTo>
                  <a:pt x="1656" y="1469"/>
                  <a:pt x="1656" y="1469"/>
                  <a:pt x="1656" y="1469"/>
                </a:cubicBezTo>
                <a:cubicBezTo>
                  <a:pt x="1656" y="1459"/>
                  <a:pt x="1656" y="1459"/>
                  <a:pt x="1656" y="1459"/>
                </a:cubicBezTo>
                <a:cubicBezTo>
                  <a:pt x="1619" y="1459"/>
                  <a:pt x="1619" y="1459"/>
                  <a:pt x="1619" y="1459"/>
                </a:cubicBezTo>
                <a:cubicBezTo>
                  <a:pt x="1619" y="1448"/>
                  <a:pt x="1619" y="1448"/>
                  <a:pt x="1619" y="1448"/>
                </a:cubicBezTo>
                <a:cubicBezTo>
                  <a:pt x="1587" y="1448"/>
                  <a:pt x="1587" y="1448"/>
                  <a:pt x="1587" y="1448"/>
                </a:cubicBezTo>
                <a:cubicBezTo>
                  <a:pt x="1587" y="1459"/>
                  <a:pt x="1587" y="1459"/>
                  <a:pt x="1587" y="1459"/>
                </a:cubicBezTo>
                <a:cubicBezTo>
                  <a:pt x="1563" y="1459"/>
                  <a:pt x="1563" y="1459"/>
                  <a:pt x="1563" y="1459"/>
                </a:cubicBezTo>
                <a:cubicBezTo>
                  <a:pt x="1563" y="1407"/>
                  <a:pt x="1563" y="1407"/>
                  <a:pt x="1563" y="1407"/>
                </a:cubicBezTo>
                <a:cubicBezTo>
                  <a:pt x="1531" y="1393"/>
                  <a:pt x="1531" y="1393"/>
                  <a:pt x="1531" y="1393"/>
                </a:cubicBezTo>
                <a:cubicBezTo>
                  <a:pt x="1531" y="1408"/>
                  <a:pt x="1531" y="1408"/>
                  <a:pt x="1531" y="1408"/>
                </a:cubicBezTo>
                <a:cubicBezTo>
                  <a:pt x="1524" y="1408"/>
                  <a:pt x="1524" y="1408"/>
                  <a:pt x="1524" y="1408"/>
                </a:cubicBezTo>
                <a:cubicBezTo>
                  <a:pt x="1524" y="1331"/>
                  <a:pt x="1524" y="1331"/>
                  <a:pt x="1524" y="1331"/>
                </a:cubicBezTo>
                <a:cubicBezTo>
                  <a:pt x="1507" y="1331"/>
                  <a:pt x="1507" y="1331"/>
                  <a:pt x="1507" y="1331"/>
                </a:cubicBezTo>
                <a:cubicBezTo>
                  <a:pt x="1507" y="1307"/>
                  <a:pt x="1507" y="1307"/>
                  <a:pt x="1507" y="1307"/>
                </a:cubicBezTo>
                <a:cubicBezTo>
                  <a:pt x="1479" y="1307"/>
                  <a:pt x="1479" y="1307"/>
                  <a:pt x="1479" y="1307"/>
                </a:cubicBezTo>
                <a:cubicBezTo>
                  <a:pt x="1479" y="1281"/>
                  <a:pt x="1479" y="1281"/>
                  <a:pt x="1479" y="1281"/>
                </a:cubicBezTo>
                <a:cubicBezTo>
                  <a:pt x="1465" y="1281"/>
                  <a:pt x="1465" y="1281"/>
                  <a:pt x="1465" y="1281"/>
                </a:cubicBezTo>
                <a:cubicBezTo>
                  <a:pt x="1465" y="1307"/>
                  <a:pt x="1465" y="1307"/>
                  <a:pt x="1465" y="1307"/>
                </a:cubicBezTo>
                <a:cubicBezTo>
                  <a:pt x="1443" y="1307"/>
                  <a:pt x="1443" y="1307"/>
                  <a:pt x="1443" y="1307"/>
                </a:cubicBezTo>
                <a:cubicBezTo>
                  <a:pt x="1443" y="1265"/>
                  <a:pt x="1443" y="1265"/>
                  <a:pt x="1443" y="1265"/>
                </a:cubicBezTo>
                <a:cubicBezTo>
                  <a:pt x="1443" y="1265"/>
                  <a:pt x="1412" y="1232"/>
                  <a:pt x="1389" y="1232"/>
                </a:cubicBezTo>
                <a:cubicBezTo>
                  <a:pt x="1367" y="1232"/>
                  <a:pt x="1337" y="1269"/>
                  <a:pt x="1337" y="1269"/>
                </a:cubicBezTo>
                <a:cubicBezTo>
                  <a:pt x="1337" y="1359"/>
                  <a:pt x="1337" y="1359"/>
                  <a:pt x="1337" y="1359"/>
                </a:cubicBezTo>
                <a:cubicBezTo>
                  <a:pt x="1315" y="1359"/>
                  <a:pt x="1315" y="1359"/>
                  <a:pt x="1315" y="1359"/>
                </a:cubicBezTo>
                <a:cubicBezTo>
                  <a:pt x="1315" y="1417"/>
                  <a:pt x="1315" y="1417"/>
                  <a:pt x="1315" y="1417"/>
                </a:cubicBezTo>
                <a:cubicBezTo>
                  <a:pt x="1275" y="1432"/>
                  <a:pt x="1275" y="1432"/>
                  <a:pt x="1275" y="1432"/>
                </a:cubicBezTo>
                <a:cubicBezTo>
                  <a:pt x="1275" y="1445"/>
                  <a:pt x="1275" y="1445"/>
                  <a:pt x="1275" y="1445"/>
                </a:cubicBezTo>
                <a:cubicBezTo>
                  <a:pt x="1267" y="1445"/>
                  <a:pt x="1267" y="1445"/>
                  <a:pt x="1267" y="1445"/>
                </a:cubicBezTo>
                <a:cubicBezTo>
                  <a:pt x="1267" y="1421"/>
                  <a:pt x="1267" y="1421"/>
                  <a:pt x="1267" y="1421"/>
                </a:cubicBezTo>
                <a:cubicBezTo>
                  <a:pt x="1253" y="1421"/>
                  <a:pt x="1253" y="1421"/>
                  <a:pt x="1253" y="1421"/>
                </a:cubicBezTo>
                <a:cubicBezTo>
                  <a:pt x="1235" y="1395"/>
                  <a:pt x="1235" y="1395"/>
                  <a:pt x="1235" y="1395"/>
                </a:cubicBezTo>
                <a:cubicBezTo>
                  <a:pt x="1213" y="1416"/>
                  <a:pt x="1213" y="1416"/>
                  <a:pt x="1213" y="1416"/>
                </a:cubicBezTo>
                <a:cubicBezTo>
                  <a:pt x="1213" y="1399"/>
                  <a:pt x="1213" y="1399"/>
                  <a:pt x="1213" y="1399"/>
                </a:cubicBezTo>
                <a:cubicBezTo>
                  <a:pt x="1200" y="1399"/>
                  <a:pt x="1200" y="1399"/>
                  <a:pt x="1200" y="1399"/>
                </a:cubicBezTo>
                <a:cubicBezTo>
                  <a:pt x="1200" y="1409"/>
                  <a:pt x="1200" y="1409"/>
                  <a:pt x="1200" y="1409"/>
                </a:cubicBezTo>
                <a:cubicBezTo>
                  <a:pt x="1189" y="1409"/>
                  <a:pt x="1189" y="1409"/>
                  <a:pt x="1189" y="1409"/>
                </a:cubicBezTo>
                <a:cubicBezTo>
                  <a:pt x="1189" y="1392"/>
                  <a:pt x="1189" y="1392"/>
                  <a:pt x="1189" y="1392"/>
                </a:cubicBezTo>
                <a:cubicBezTo>
                  <a:pt x="1164" y="1392"/>
                  <a:pt x="1164" y="1392"/>
                  <a:pt x="1164" y="1392"/>
                </a:cubicBezTo>
                <a:cubicBezTo>
                  <a:pt x="1164" y="1401"/>
                  <a:pt x="1164" y="1401"/>
                  <a:pt x="1164" y="1401"/>
                </a:cubicBezTo>
                <a:cubicBezTo>
                  <a:pt x="1155" y="1401"/>
                  <a:pt x="1155" y="1401"/>
                  <a:pt x="1155" y="1401"/>
                </a:cubicBezTo>
                <a:cubicBezTo>
                  <a:pt x="1155" y="1417"/>
                  <a:pt x="1155" y="1417"/>
                  <a:pt x="1155" y="1417"/>
                </a:cubicBezTo>
                <a:cubicBezTo>
                  <a:pt x="1133" y="1417"/>
                  <a:pt x="1133" y="1417"/>
                  <a:pt x="1133" y="1417"/>
                </a:cubicBezTo>
                <a:cubicBezTo>
                  <a:pt x="1133" y="1397"/>
                  <a:pt x="1133" y="1397"/>
                  <a:pt x="1133" y="1397"/>
                </a:cubicBezTo>
                <a:cubicBezTo>
                  <a:pt x="1123" y="1397"/>
                  <a:pt x="1123" y="1397"/>
                  <a:pt x="1123" y="1397"/>
                </a:cubicBezTo>
                <a:cubicBezTo>
                  <a:pt x="1112" y="1385"/>
                  <a:pt x="1112" y="1385"/>
                  <a:pt x="1112" y="1385"/>
                </a:cubicBezTo>
                <a:cubicBezTo>
                  <a:pt x="1104" y="1391"/>
                  <a:pt x="1104" y="1391"/>
                  <a:pt x="1104" y="1391"/>
                </a:cubicBezTo>
                <a:cubicBezTo>
                  <a:pt x="1095" y="1391"/>
                  <a:pt x="1095" y="1391"/>
                  <a:pt x="1095" y="1391"/>
                </a:cubicBezTo>
                <a:cubicBezTo>
                  <a:pt x="1076" y="1368"/>
                  <a:pt x="1076" y="1368"/>
                  <a:pt x="1076" y="1368"/>
                </a:cubicBezTo>
                <a:cubicBezTo>
                  <a:pt x="1063" y="1389"/>
                  <a:pt x="1063" y="1389"/>
                  <a:pt x="1063" y="1389"/>
                </a:cubicBezTo>
                <a:cubicBezTo>
                  <a:pt x="1051" y="1389"/>
                  <a:pt x="1051" y="1389"/>
                  <a:pt x="1051" y="1389"/>
                </a:cubicBezTo>
                <a:cubicBezTo>
                  <a:pt x="1051" y="1371"/>
                  <a:pt x="1051" y="1371"/>
                  <a:pt x="1051" y="1371"/>
                </a:cubicBezTo>
                <a:cubicBezTo>
                  <a:pt x="1031" y="1371"/>
                  <a:pt x="1031" y="1371"/>
                  <a:pt x="1031" y="1371"/>
                </a:cubicBezTo>
                <a:cubicBezTo>
                  <a:pt x="1031" y="1391"/>
                  <a:pt x="1031" y="1391"/>
                  <a:pt x="1031" y="1391"/>
                </a:cubicBezTo>
                <a:cubicBezTo>
                  <a:pt x="1020" y="1403"/>
                  <a:pt x="1020" y="1403"/>
                  <a:pt x="1020" y="1403"/>
                </a:cubicBezTo>
                <a:cubicBezTo>
                  <a:pt x="1012" y="1403"/>
                  <a:pt x="1012" y="1403"/>
                  <a:pt x="1012" y="1403"/>
                </a:cubicBezTo>
                <a:cubicBezTo>
                  <a:pt x="1012" y="1376"/>
                  <a:pt x="1012" y="1376"/>
                  <a:pt x="1012" y="1376"/>
                </a:cubicBezTo>
                <a:cubicBezTo>
                  <a:pt x="999" y="1376"/>
                  <a:pt x="999" y="1376"/>
                  <a:pt x="999" y="1376"/>
                </a:cubicBezTo>
                <a:cubicBezTo>
                  <a:pt x="988" y="1359"/>
                  <a:pt x="988" y="1359"/>
                  <a:pt x="988" y="1359"/>
                </a:cubicBezTo>
                <a:cubicBezTo>
                  <a:pt x="969" y="1381"/>
                  <a:pt x="969" y="1381"/>
                  <a:pt x="969" y="1381"/>
                </a:cubicBezTo>
                <a:cubicBezTo>
                  <a:pt x="969" y="1224"/>
                  <a:pt x="969" y="1224"/>
                  <a:pt x="969" y="1224"/>
                </a:cubicBezTo>
                <a:cubicBezTo>
                  <a:pt x="943" y="1224"/>
                  <a:pt x="943" y="1224"/>
                  <a:pt x="943" y="1224"/>
                </a:cubicBezTo>
                <a:cubicBezTo>
                  <a:pt x="943" y="1212"/>
                  <a:pt x="943" y="1212"/>
                  <a:pt x="943" y="1212"/>
                </a:cubicBezTo>
                <a:cubicBezTo>
                  <a:pt x="969" y="1212"/>
                  <a:pt x="969" y="1212"/>
                  <a:pt x="969" y="1212"/>
                </a:cubicBezTo>
                <a:cubicBezTo>
                  <a:pt x="969" y="1204"/>
                  <a:pt x="969" y="1204"/>
                  <a:pt x="969" y="1204"/>
                </a:cubicBezTo>
                <a:cubicBezTo>
                  <a:pt x="847" y="1204"/>
                  <a:pt x="847" y="1204"/>
                  <a:pt x="847" y="1204"/>
                </a:cubicBezTo>
                <a:cubicBezTo>
                  <a:pt x="847" y="1211"/>
                  <a:pt x="847" y="1211"/>
                  <a:pt x="847" y="1211"/>
                </a:cubicBezTo>
                <a:cubicBezTo>
                  <a:pt x="857" y="1211"/>
                  <a:pt x="857" y="1211"/>
                  <a:pt x="857" y="1211"/>
                </a:cubicBezTo>
                <a:cubicBezTo>
                  <a:pt x="857" y="1224"/>
                  <a:pt x="857" y="1224"/>
                  <a:pt x="857" y="1224"/>
                </a:cubicBezTo>
                <a:cubicBezTo>
                  <a:pt x="843" y="1224"/>
                  <a:pt x="843" y="1224"/>
                  <a:pt x="843" y="1224"/>
                </a:cubicBezTo>
                <a:cubicBezTo>
                  <a:pt x="843" y="1375"/>
                  <a:pt x="843" y="1375"/>
                  <a:pt x="843" y="1375"/>
                </a:cubicBezTo>
                <a:cubicBezTo>
                  <a:pt x="828" y="1375"/>
                  <a:pt x="828" y="1375"/>
                  <a:pt x="828" y="1375"/>
                </a:cubicBezTo>
                <a:cubicBezTo>
                  <a:pt x="828" y="1387"/>
                  <a:pt x="828" y="1387"/>
                  <a:pt x="828" y="1387"/>
                </a:cubicBezTo>
                <a:cubicBezTo>
                  <a:pt x="816" y="1387"/>
                  <a:pt x="816" y="1387"/>
                  <a:pt x="816" y="1387"/>
                </a:cubicBezTo>
                <a:cubicBezTo>
                  <a:pt x="816" y="1403"/>
                  <a:pt x="816" y="1403"/>
                  <a:pt x="816" y="1403"/>
                </a:cubicBezTo>
                <a:cubicBezTo>
                  <a:pt x="804" y="1403"/>
                  <a:pt x="804" y="1403"/>
                  <a:pt x="804" y="1403"/>
                </a:cubicBezTo>
                <a:cubicBezTo>
                  <a:pt x="787" y="1393"/>
                  <a:pt x="787" y="1393"/>
                  <a:pt x="787" y="1393"/>
                </a:cubicBezTo>
                <a:cubicBezTo>
                  <a:pt x="787" y="1193"/>
                  <a:pt x="787" y="1193"/>
                  <a:pt x="787" y="1193"/>
                </a:cubicBezTo>
                <a:cubicBezTo>
                  <a:pt x="691" y="1193"/>
                  <a:pt x="691" y="1193"/>
                  <a:pt x="691" y="1193"/>
                </a:cubicBezTo>
                <a:cubicBezTo>
                  <a:pt x="691" y="1427"/>
                  <a:pt x="691" y="1427"/>
                  <a:pt x="691" y="1427"/>
                </a:cubicBezTo>
                <a:cubicBezTo>
                  <a:pt x="664" y="1427"/>
                  <a:pt x="664" y="1427"/>
                  <a:pt x="664" y="1427"/>
                </a:cubicBezTo>
                <a:cubicBezTo>
                  <a:pt x="664" y="1445"/>
                  <a:pt x="664" y="1445"/>
                  <a:pt x="664" y="1445"/>
                </a:cubicBezTo>
                <a:cubicBezTo>
                  <a:pt x="640" y="1445"/>
                  <a:pt x="640" y="1445"/>
                  <a:pt x="640" y="1445"/>
                </a:cubicBezTo>
                <a:cubicBezTo>
                  <a:pt x="640" y="1436"/>
                  <a:pt x="640" y="1436"/>
                  <a:pt x="640" y="1436"/>
                </a:cubicBezTo>
                <a:cubicBezTo>
                  <a:pt x="625" y="1436"/>
                  <a:pt x="625" y="1436"/>
                  <a:pt x="625" y="1436"/>
                </a:cubicBezTo>
                <a:cubicBezTo>
                  <a:pt x="625" y="1237"/>
                  <a:pt x="625" y="1237"/>
                  <a:pt x="625" y="1237"/>
                </a:cubicBezTo>
                <a:cubicBezTo>
                  <a:pt x="601" y="1237"/>
                  <a:pt x="601" y="1237"/>
                  <a:pt x="601" y="1237"/>
                </a:cubicBezTo>
                <a:cubicBezTo>
                  <a:pt x="601" y="1228"/>
                  <a:pt x="601" y="1228"/>
                  <a:pt x="601" y="1228"/>
                </a:cubicBezTo>
                <a:cubicBezTo>
                  <a:pt x="536" y="1228"/>
                  <a:pt x="536" y="1228"/>
                  <a:pt x="536" y="1228"/>
                </a:cubicBezTo>
                <a:cubicBezTo>
                  <a:pt x="536" y="1241"/>
                  <a:pt x="536" y="1241"/>
                  <a:pt x="536" y="1241"/>
                </a:cubicBezTo>
                <a:cubicBezTo>
                  <a:pt x="515" y="1241"/>
                  <a:pt x="515" y="1241"/>
                  <a:pt x="515" y="1241"/>
                </a:cubicBezTo>
                <a:cubicBezTo>
                  <a:pt x="515" y="1227"/>
                  <a:pt x="515" y="1227"/>
                  <a:pt x="515" y="1227"/>
                </a:cubicBezTo>
                <a:cubicBezTo>
                  <a:pt x="501" y="1227"/>
                  <a:pt x="501" y="1227"/>
                  <a:pt x="501" y="1227"/>
                </a:cubicBezTo>
                <a:cubicBezTo>
                  <a:pt x="501" y="1227"/>
                  <a:pt x="487" y="1169"/>
                  <a:pt x="456" y="1169"/>
                </a:cubicBezTo>
                <a:cubicBezTo>
                  <a:pt x="425" y="1169"/>
                  <a:pt x="401" y="1224"/>
                  <a:pt x="401" y="1224"/>
                </a:cubicBezTo>
                <a:cubicBezTo>
                  <a:pt x="392" y="1224"/>
                  <a:pt x="392" y="1224"/>
                  <a:pt x="392" y="1224"/>
                </a:cubicBezTo>
                <a:cubicBezTo>
                  <a:pt x="392" y="1243"/>
                  <a:pt x="392" y="1243"/>
                  <a:pt x="392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373" y="1233"/>
                  <a:pt x="373" y="1233"/>
                  <a:pt x="373" y="1233"/>
                </a:cubicBezTo>
                <a:cubicBezTo>
                  <a:pt x="320" y="1233"/>
                  <a:pt x="320" y="1233"/>
                  <a:pt x="320" y="1233"/>
                </a:cubicBezTo>
                <a:cubicBezTo>
                  <a:pt x="320" y="1245"/>
                  <a:pt x="320" y="1245"/>
                  <a:pt x="320" y="1245"/>
                </a:cubicBezTo>
                <a:cubicBezTo>
                  <a:pt x="303" y="1245"/>
                  <a:pt x="303" y="1245"/>
                  <a:pt x="303" y="1245"/>
                </a:cubicBezTo>
                <a:cubicBezTo>
                  <a:pt x="288" y="1257"/>
                  <a:pt x="288" y="1257"/>
                  <a:pt x="288" y="1257"/>
                </a:cubicBezTo>
                <a:cubicBezTo>
                  <a:pt x="288" y="1331"/>
                  <a:pt x="288" y="1331"/>
                  <a:pt x="288" y="1331"/>
                </a:cubicBezTo>
                <a:cubicBezTo>
                  <a:pt x="268" y="1331"/>
                  <a:pt x="268" y="1331"/>
                  <a:pt x="268" y="1331"/>
                </a:cubicBezTo>
                <a:cubicBezTo>
                  <a:pt x="268" y="1373"/>
                  <a:pt x="268" y="1373"/>
                  <a:pt x="268" y="1373"/>
                </a:cubicBezTo>
                <a:cubicBezTo>
                  <a:pt x="252" y="1373"/>
                  <a:pt x="252" y="1373"/>
                  <a:pt x="252" y="1373"/>
                </a:cubicBezTo>
                <a:cubicBezTo>
                  <a:pt x="252" y="1325"/>
                  <a:pt x="252" y="1325"/>
                  <a:pt x="252" y="1325"/>
                </a:cubicBezTo>
                <a:cubicBezTo>
                  <a:pt x="236" y="1325"/>
                  <a:pt x="236" y="1325"/>
                  <a:pt x="236" y="1325"/>
                </a:cubicBezTo>
                <a:cubicBezTo>
                  <a:pt x="236" y="1342"/>
                  <a:pt x="236" y="1342"/>
                  <a:pt x="236" y="1342"/>
                </a:cubicBezTo>
                <a:cubicBezTo>
                  <a:pt x="218" y="1342"/>
                  <a:pt x="218" y="1342"/>
                  <a:pt x="218" y="1342"/>
                </a:cubicBezTo>
                <a:cubicBezTo>
                  <a:pt x="218" y="1331"/>
                  <a:pt x="218" y="1331"/>
                  <a:pt x="218" y="1331"/>
                </a:cubicBezTo>
                <a:cubicBezTo>
                  <a:pt x="195" y="1331"/>
                  <a:pt x="195" y="1331"/>
                  <a:pt x="195" y="1331"/>
                </a:cubicBezTo>
                <a:cubicBezTo>
                  <a:pt x="195" y="1312"/>
                  <a:pt x="195" y="1312"/>
                  <a:pt x="195" y="1312"/>
                </a:cubicBezTo>
                <a:cubicBezTo>
                  <a:pt x="182" y="1299"/>
                  <a:pt x="182" y="1299"/>
                  <a:pt x="182" y="1299"/>
                </a:cubicBezTo>
                <a:cubicBezTo>
                  <a:pt x="168" y="1283"/>
                  <a:pt x="168" y="1283"/>
                  <a:pt x="168" y="1283"/>
                </a:cubicBezTo>
                <a:cubicBezTo>
                  <a:pt x="134" y="1283"/>
                  <a:pt x="134" y="1283"/>
                  <a:pt x="134" y="1283"/>
                </a:cubicBezTo>
                <a:cubicBezTo>
                  <a:pt x="102" y="1307"/>
                  <a:pt x="102" y="1307"/>
                  <a:pt x="102" y="1307"/>
                </a:cubicBezTo>
                <a:cubicBezTo>
                  <a:pt x="78" y="1307"/>
                  <a:pt x="78" y="1307"/>
                  <a:pt x="78" y="1307"/>
                </a:cubicBezTo>
                <a:cubicBezTo>
                  <a:pt x="78" y="1401"/>
                  <a:pt x="78" y="1401"/>
                  <a:pt x="78" y="1401"/>
                </a:cubicBezTo>
                <a:cubicBezTo>
                  <a:pt x="56" y="1357"/>
                  <a:pt x="56" y="1357"/>
                  <a:pt x="56" y="1357"/>
                </a:cubicBezTo>
                <a:cubicBezTo>
                  <a:pt x="56" y="1333"/>
                  <a:pt x="56" y="1333"/>
                  <a:pt x="56" y="1333"/>
                </a:cubicBezTo>
                <a:cubicBezTo>
                  <a:pt x="0" y="1333"/>
                  <a:pt x="0" y="1333"/>
                  <a:pt x="0" y="1333"/>
                </a:cubicBezTo>
                <a:cubicBezTo>
                  <a:pt x="0" y="1542"/>
                  <a:pt x="0" y="1542"/>
                  <a:pt x="0" y="1542"/>
                </a:cubicBezTo>
                <a:cubicBezTo>
                  <a:pt x="8000" y="1542"/>
                  <a:pt x="8000" y="1542"/>
                  <a:pt x="8000" y="1542"/>
                </a:cubicBezTo>
                <a:cubicBezTo>
                  <a:pt x="8000" y="1472"/>
                  <a:pt x="8000" y="1472"/>
                  <a:pt x="8000" y="1472"/>
                </a:cubicBezTo>
                <a:lnTo>
                  <a:pt x="7978" y="1472"/>
                </a:lnTo>
                <a:close/>
                <a:moveTo>
                  <a:pt x="3369" y="1457"/>
                </a:moveTo>
                <a:cubicBezTo>
                  <a:pt x="3356" y="1457"/>
                  <a:pt x="3356" y="1457"/>
                  <a:pt x="3356" y="1457"/>
                </a:cubicBezTo>
                <a:cubicBezTo>
                  <a:pt x="3356" y="1408"/>
                  <a:pt x="3356" y="1408"/>
                  <a:pt x="3356" y="1408"/>
                </a:cubicBezTo>
                <a:cubicBezTo>
                  <a:pt x="3369" y="1408"/>
                  <a:pt x="3369" y="1408"/>
                  <a:pt x="3369" y="1408"/>
                </a:cubicBezTo>
                <a:lnTo>
                  <a:pt x="3369" y="1457"/>
                </a:lnTo>
                <a:close/>
                <a:moveTo>
                  <a:pt x="3369" y="1389"/>
                </a:moveTo>
                <a:cubicBezTo>
                  <a:pt x="3356" y="1389"/>
                  <a:pt x="3356" y="1389"/>
                  <a:pt x="3356" y="1389"/>
                </a:cubicBezTo>
                <a:cubicBezTo>
                  <a:pt x="3356" y="1335"/>
                  <a:pt x="3356" y="1335"/>
                  <a:pt x="3356" y="1335"/>
                </a:cubicBezTo>
                <a:cubicBezTo>
                  <a:pt x="3369" y="1335"/>
                  <a:pt x="3369" y="1335"/>
                  <a:pt x="3369" y="1335"/>
                </a:cubicBezTo>
                <a:lnTo>
                  <a:pt x="3369" y="1389"/>
                </a:lnTo>
                <a:close/>
                <a:moveTo>
                  <a:pt x="3356" y="1141"/>
                </a:moveTo>
                <a:cubicBezTo>
                  <a:pt x="3356" y="1098"/>
                  <a:pt x="3356" y="1098"/>
                  <a:pt x="3356" y="1098"/>
                </a:cubicBezTo>
                <a:cubicBezTo>
                  <a:pt x="3356" y="1098"/>
                  <a:pt x="3373" y="1103"/>
                  <a:pt x="3373" y="1119"/>
                </a:cubicBezTo>
                <a:cubicBezTo>
                  <a:pt x="3373" y="1136"/>
                  <a:pt x="3356" y="1141"/>
                  <a:pt x="3356" y="1141"/>
                </a:cubicBezTo>
                <a:close/>
                <a:moveTo>
                  <a:pt x="3356" y="1060"/>
                </a:moveTo>
                <a:cubicBezTo>
                  <a:pt x="3356" y="1024"/>
                  <a:pt x="3356" y="1024"/>
                  <a:pt x="3356" y="1024"/>
                </a:cubicBezTo>
                <a:cubicBezTo>
                  <a:pt x="3356" y="1024"/>
                  <a:pt x="3373" y="1029"/>
                  <a:pt x="3373" y="1042"/>
                </a:cubicBezTo>
                <a:cubicBezTo>
                  <a:pt x="3373" y="1055"/>
                  <a:pt x="3356" y="1060"/>
                  <a:pt x="3356" y="1060"/>
                </a:cubicBezTo>
                <a:close/>
                <a:moveTo>
                  <a:pt x="3356" y="988"/>
                </a:moveTo>
                <a:cubicBezTo>
                  <a:pt x="3356" y="950"/>
                  <a:pt x="3356" y="950"/>
                  <a:pt x="3356" y="950"/>
                </a:cubicBezTo>
                <a:cubicBezTo>
                  <a:pt x="3356" y="950"/>
                  <a:pt x="3373" y="953"/>
                  <a:pt x="3373" y="969"/>
                </a:cubicBezTo>
                <a:cubicBezTo>
                  <a:pt x="3373" y="985"/>
                  <a:pt x="3356" y="988"/>
                  <a:pt x="3356" y="988"/>
                </a:cubicBezTo>
                <a:close/>
                <a:moveTo>
                  <a:pt x="3356" y="911"/>
                </a:moveTo>
                <a:cubicBezTo>
                  <a:pt x="3356" y="872"/>
                  <a:pt x="3356" y="872"/>
                  <a:pt x="3356" y="872"/>
                </a:cubicBezTo>
                <a:cubicBezTo>
                  <a:pt x="3356" y="872"/>
                  <a:pt x="3373" y="878"/>
                  <a:pt x="3373" y="891"/>
                </a:cubicBezTo>
                <a:cubicBezTo>
                  <a:pt x="3373" y="905"/>
                  <a:pt x="3356" y="911"/>
                  <a:pt x="3356" y="911"/>
                </a:cubicBezTo>
                <a:close/>
                <a:moveTo>
                  <a:pt x="3356" y="835"/>
                </a:moveTo>
                <a:cubicBezTo>
                  <a:pt x="3356" y="796"/>
                  <a:pt x="3356" y="796"/>
                  <a:pt x="3356" y="796"/>
                </a:cubicBezTo>
                <a:cubicBezTo>
                  <a:pt x="3356" y="796"/>
                  <a:pt x="3373" y="800"/>
                  <a:pt x="3373" y="815"/>
                </a:cubicBezTo>
                <a:cubicBezTo>
                  <a:pt x="3373" y="831"/>
                  <a:pt x="3356" y="835"/>
                  <a:pt x="3356" y="835"/>
                </a:cubicBezTo>
                <a:close/>
                <a:moveTo>
                  <a:pt x="3356" y="756"/>
                </a:moveTo>
                <a:cubicBezTo>
                  <a:pt x="3356" y="718"/>
                  <a:pt x="3356" y="718"/>
                  <a:pt x="3356" y="718"/>
                </a:cubicBezTo>
                <a:cubicBezTo>
                  <a:pt x="3356" y="718"/>
                  <a:pt x="3373" y="720"/>
                  <a:pt x="3373" y="737"/>
                </a:cubicBezTo>
                <a:cubicBezTo>
                  <a:pt x="3373" y="754"/>
                  <a:pt x="3356" y="756"/>
                  <a:pt x="3356" y="756"/>
                </a:cubicBezTo>
                <a:close/>
                <a:moveTo>
                  <a:pt x="5556" y="570"/>
                </a:moveTo>
                <a:cubicBezTo>
                  <a:pt x="5508" y="582"/>
                  <a:pt x="5508" y="582"/>
                  <a:pt x="5508" y="582"/>
                </a:cubicBezTo>
                <a:cubicBezTo>
                  <a:pt x="5490" y="529"/>
                  <a:pt x="5490" y="529"/>
                  <a:pt x="5490" y="529"/>
                </a:cubicBezTo>
                <a:cubicBezTo>
                  <a:pt x="5566" y="508"/>
                  <a:pt x="5566" y="508"/>
                  <a:pt x="5566" y="508"/>
                </a:cubicBezTo>
                <a:lnTo>
                  <a:pt x="5556" y="570"/>
                </a:lnTo>
                <a:close/>
              </a:path>
            </a:pathLst>
          </a:cu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28A9D6"/>
                </a:gs>
              </a:gsLst>
              <a:lin ang="5400000" scaled="1"/>
            </a:gradFill>
          </a:ln>
          <a:effectLst/>
        </p:spPr>
        <p:txBody>
          <a:bodyPr lIns="68589" tIns="34295" rIns="68589" bIns="34295"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9" name="TextBox 13"/>
          <p:cNvSpPr txBox="1"/>
          <p:nvPr/>
        </p:nvSpPr>
        <p:spPr>
          <a:xfrm>
            <a:off x="1139273" y="2698316"/>
            <a:ext cx="10586555" cy="92345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 w="3175">
                  <a:solidFill>
                    <a:srgbClr val="31A5D7"/>
                  </a:solidFill>
                </a:ln>
                <a:solidFill>
                  <a:srgbClr val="FFC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感谢各位评审专家！</a:t>
            </a:r>
            <a:endParaRPr kumimoji="0" lang="zh-CN" altLang="en-US" sz="5400" b="1" i="0" u="none" strike="noStrike" kern="1200" cap="none" spc="0" normalizeH="0" baseline="0" noProof="0" dirty="0">
              <a:ln w="3175">
                <a:solidFill>
                  <a:srgbClr val="31A5D7"/>
                </a:solidFill>
              </a:ln>
              <a:solidFill>
                <a:srgbClr val="FFC000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5939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25395AD-65C5-4B07-8736-80AC92688621}" type="slidenum">
              <a:rPr kumimoji="0" lang="en-US" altLang="zh-CN" sz="79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F5796BE-D71C-4498-B214-52A1AAD51E4B}" type="slidenum">
              <a:rPr kumimoji="0" lang="en-US" altLang="zh-CN" sz="79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3306175-4EE5-42A4-BDF1-1B1225D60162}" type="slidenum">
              <a:rPr kumimoji="0" lang="en-US" altLang="zh-CN" sz="79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1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8850" tIns="54425" rIns="108850" bIns="54425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8850" tIns="54425" rIns="108850" bIns="54425" numCol="1" anchor="t" anchorCtr="0" compatLnSpc="1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algn="l" defTabSz="612140" eaLnBrk="1" fontAlgn="auto" hangingPunct="1">
              <a:spcBef>
                <a:spcPts val="0"/>
              </a:spcBef>
              <a:spcAft>
                <a:spcPts val="0"/>
              </a:spcAft>
              <a:defRPr kumimoji="0" sz="79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</a:defRPr>
            </a:lvl1pPr>
          </a:lstStyle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algn="ctr" defTabSz="612140" eaLnBrk="1" fontAlgn="auto" hangingPunct="1">
              <a:spcBef>
                <a:spcPts val="0"/>
              </a:spcBef>
              <a:spcAft>
                <a:spcPts val="0"/>
              </a:spcAft>
              <a:defRPr kumimoji="0" sz="79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algn="r" defTabSz="612140" eaLnBrk="1" fontAlgn="auto" hangingPunct="1">
              <a:spcBef>
                <a:spcPts val="0"/>
              </a:spcBef>
              <a:spcAft>
                <a:spcPts val="0"/>
              </a:spcAft>
              <a:defRPr kumimoji="0" sz="79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</a:defRPr>
            </a:lvl1pPr>
          </a:lstStyle>
          <a:p>
            <a:pPr marL="0" marR="0" lvl="0" indent="0" algn="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3306175-4EE5-42A4-BDF1-1B1225D60162}" type="slidenum">
              <a:rPr kumimoji="0" lang="en-US" altLang="zh-CN" sz="79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xStyles>
    <p:titleStyle>
      <a:lvl1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342900" algn="l" defTabSz="61214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25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685800" algn="l" defTabSz="61214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25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028700" algn="l" defTabSz="61214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25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371600" algn="l" defTabSz="61214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25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52400" indent="-152400" algn="l" defTabSz="611505" rtl="0" eaLnBrk="0" fontAlgn="base" hangingPunct="0">
        <a:lnSpc>
          <a:spcPct val="90000"/>
        </a:lnSpc>
        <a:spcBef>
          <a:spcPts val="66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52400" algn="l" defTabSz="611505" rtl="0" eaLnBrk="0" fontAlgn="base" hangingPunct="0">
        <a:lnSpc>
          <a:spcPct val="90000"/>
        </a:lnSpc>
        <a:spcBef>
          <a:spcPts val="34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3905" indent="-152400" algn="l" defTabSz="611505" rtl="0" eaLnBrk="0" fontAlgn="base" hangingPunct="0">
        <a:lnSpc>
          <a:spcPct val="90000"/>
        </a:lnSpc>
        <a:spcBef>
          <a:spcPts val="34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71880" indent="-152400" algn="l" defTabSz="611505" rtl="0" eaLnBrk="0" fontAlgn="base" hangingPunct="0">
        <a:lnSpc>
          <a:spcPct val="90000"/>
        </a:lnSpc>
        <a:spcBef>
          <a:spcPts val="340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376680" indent="-152400" algn="l" defTabSz="611505" rtl="0" eaLnBrk="0" fontAlgn="base" hangingPunct="0">
        <a:lnSpc>
          <a:spcPct val="90000"/>
        </a:lnSpc>
        <a:spcBef>
          <a:spcPts val="340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0" indent="-153035" algn="l" defTabSz="61214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6pPr>
      <a:lvl7pPr marL="1990090" indent="-153035" algn="l" defTabSz="61214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7pPr>
      <a:lvl8pPr marL="2296160" indent="-153035" algn="l" defTabSz="61214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8pPr>
      <a:lvl9pPr marL="2602230" indent="-153035" algn="l" defTabSz="61214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306070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2pPr>
      <a:lvl3pPr marL="612140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3pPr>
      <a:lvl4pPr marL="91884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4pPr>
      <a:lvl5pPr marL="122491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5pPr>
      <a:lvl6pPr marL="153098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6pPr>
      <a:lvl7pPr marL="183705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8pPr>
      <a:lvl9pPr marL="244919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8850" tIns="54425" rIns="108850" bIns="54425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8850" tIns="54425" rIns="108850" bIns="54425" numCol="1" anchor="t" anchorCtr="0" compatLnSpc="1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algn="l" defTabSz="612140" eaLnBrk="1" fontAlgn="auto" hangingPunct="1">
              <a:spcBef>
                <a:spcPts val="0"/>
              </a:spcBef>
              <a:spcAft>
                <a:spcPts val="0"/>
              </a:spcAft>
              <a:defRPr kumimoji="0" sz="79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</a:defRPr>
            </a:lvl1pPr>
          </a:lstStyle>
          <a:p>
            <a:pPr marL="0" marR="0" lvl="0" indent="0" algn="l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algn="ctr" defTabSz="612140" eaLnBrk="1" fontAlgn="auto" hangingPunct="1">
              <a:spcBef>
                <a:spcPts val="0"/>
              </a:spcBef>
              <a:spcAft>
                <a:spcPts val="0"/>
              </a:spcAft>
              <a:defRPr kumimoji="0" sz="79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</a:defRPr>
            </a:lvl1pPr>
          </a:lstStyle>
          <a:p>
            <a:pPr marL="0" marR="0" lvl="0" indent="0" algn="ct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108850" tIns="54425" rIns="108850" bIns="54425" rtlCol="0" anchor="ctr"/>
          <a:lstStyle>
            <a:lvl1pPr algn="r" defTabSz="612140" eaLnBrk="1" fontAlgn="auto" hangingPunct="1">
              <a:spcBef>
                <a:spcPts val="0"/>
              </a:spcBef>
              <a:spcAft>
                <a:spcPts val="0"/>
              </a:spcAft>
              <a:defRPr kumimoji="0" sz="790">
                <a:solidFill>
                  <a:prstClr val="black">
                    <a:tint val="75000"/>
                  </a:prstClr>
                </a:solidFill>
                <a:latin typeface="等线" panose="02010600030101010101" charset="-122"/>
                <a:ea typeface="等线" panose="02010600030101010101" charset="-122"/>
              </a:defRPr>
            </a:lvl1pPr>
          </a:lstStyle>
          <a:p>
            <a:pPr marL="0" marR="0" lvl="0" indent="0" algn="r" defTabSz="61214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3306175-4EE5-42A4-BDF1-1B1225D60162}" type="slidenum">
              <a:rPr kumimoji="0" lang="en-US" altLang="zh-CN" sz="79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79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2pPr>
      <a:lvl3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3pPr>
      <a:lvl4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4pPr>
      <a:lvl5pPr algn="l" defTabSz="611505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900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5pPr>
      <a:lvl6pPr marL="342900" algn="l" defTabSz="61214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25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6pPr>
      <a:lvl7pPr marL="685800" algn="l" defTabSz="61214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25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7pPr>
      <a:lvl8pPr marL="1028700" algn="l" defTabSz="61214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25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8pPr>
      <a:lvl9pPr marL="1371600" algn="l" defTabSz="61214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925">
          <a:solidFill>
            <a:schemeClr val="tx1"/>
          </a:solidFill>
          <a:latin typeface="等线 Light" panose="02010600030101010101" pitchFamily="2" charset="-122"/>
          <a:ea typeface="等线 Light" panose="02010600030101010101" pitchFamily="2" charset="-122"/>
        </a:defRPr>
      </a:lvl9pPr>
    </p:titleStyle>
    <p:bodyStyle>
      <a:lvl1pPr marL="152400" indent="-152400" algn="l" defTabSz="611505" rtl="0" eaLnBrk="0" fontAlgn="base" hangingPunct="0">
        <a:lnSpc>
          <a:spcPct val="90000"/>
        </a:lnSpc>
        <a:spcBef>
          <a:spcPts val="66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52400" algn="l" defTabSz="611505" rtl="0" eaLnBrk="0" fontAlgn="base" hangingPunct="0">
        <a:lnSpc>
          <a:spcPct val="90000"/>
        </a:lnSpc>
        <a:spcBef>
          <a:spcPts val="340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63905" indent="-152400" algn="l" defTabSz="611505" rtl="0" eaLnBrk="0" fontAlgn="base" hangingPunct="0">
        <a:lnSpc>
          <a:spcPct val="90000"/>
        </a:lnSpc>
        <a:spcBef>
          <a:spcPts val="34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071880" indent="-152400" algn="l" defTabSz="611505" rtl="0" eaLnBrk="0" fontAlgn="base" hangingPunct="0">
        <a:lnSpc>
          <a:spcPct val="90000"/>
        </a:lnSpc>
        <a:spcBef>
          <a:spcPts val="340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376680" indent="-152400" algn="l" defTabSz="611505" rtl="0" eaLnBrk="0" fontAlgn="base" hangingPunct="0">
        <a:lnSpc>
          <a:spcPct val="90000"/>
        </a:lnSpc>
        <a:spcBef>
          <a:spcPts val="340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684020" indent="-153035" algn="l" defTabSz="61214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6pPr>
      <a:lvl7pPr marL="1990090" indent="-153035" algn="l" defTabSz="61214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7pPr>
      <a:lvl8pPr marL="2296160" indent="-153035" algn="l" defTabSz="61214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8pPr>
      <a:lvl9pPr marL="2602230" indent="-153035" algn="l" defTabSz="612140" rtl="0" eaLnBrk="1" latinLnBrk="0" hangingPunct="1">
        <a:lnSpc>
          <a:spcPct val="90000"/>
        </a:lnSpc>
        <a:spcBef>
          <a:spcPts val="335"/>
        </a:spcBef>
        <a:buFont typeface="Arial" panose="020B0604020202020204" pitchFamily="34" charset="0"/>
        <a:buChar char="•"/>
        <a:defRPr sz="11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1pPr>
      <a:lvl2pPr marL="306070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2pPr>
      <a:lvl3pPr marL="612140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3pPr>
      <a:lvl4pPr marL="91884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4pPr>
      <a:lvl5pPr marL="122491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5pPr>
      <a:lvl6pPr marL="153098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6pPr>
      <a:lvl7pPr marL="183705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8pPr>
      <a:lvl9pPr marL="2449195" algn="l" defTabSz="612140" rtl="0" eaLnBrk="1" latinLnBrk="0" hangingPunct="1">
        <a:defRPr sz="11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3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4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838200" y="2819400"/>
            <a:ext cx="10515600" cy="1325563"/>
          </a:xfrm>
        </p:spPr>
        <p:txBody>
          <a:bodyPr/>
          <a:lstStyle/>
          <a:p>
            <a:pPr defTabSz="612140" eaLnBrk="1" hangingPunct="1">
              <a:defRPr/>
            </a:pPr>
            <a:r>
              <a:rPr lang="zh-CN" altLang="en-US" sz="4400" dirty="0">
                <a:latin typeface="+mn-ea"/>
                <a:ea typeface="+mn-ea"/>
              </a:rPr>
              <a:t>移动应用开发课程实践</a:t>
            </a:r>
            <a:endParaRPr lang="zh-CN" altLang="en-US" sz="4400" dirty="0">
              <a:latin typeface="+mn-ea"/>
              <a:ea typeface="+mn-ea"/>
            </a:endParaRP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type="subTitle" idx="4294967295"/>
          </p:nvPr>
        </p:nvSpPr>
        <p:spPr>
          <a:xfrm>
            <a:off x="3756025" y="4724400"/>
            <a:ext cx="4679950" cy="792163"/>
          </a:xfrm>
        </p:spPr>
        <p:txBody>
          <a:bodyPr rtlCol="0">
            <a:normAutofit lnSpcReduction="20000"/>
          </a:bodyPr>
          <a:lstStyle/>
          <a:p>
            <a:pPr marL="0" indent="0" algn="ctr" eaLnBrk="1" hangingPunct="1">
              <a:buFont typeface="Arial" panose="020B0604020202020204" pitchFamily="34" charset="0"/>
              <a:buNone/>
              <a:defRPr/>
            </a:pPr>
            <a:r>
              <a:rPr lang="zh-CN" altLang="en-US" sz="2400" b="1" dirty="0"/>
              <a:t>李 辉</a:t>
            </a:r>
            <a:endParaRPr lang="zh-CN" altLang="en-US" sz="2400" b="1" dirty="0"/>
          </a:p>
          <a:p>
            <a:pPr marL="0" indent="0" algn="ctr" eaLnBrk="1" hangingPunct="1">
              <a:buFont typeface="Arial" panose="020B0604020202020204" pitchFamily="34" charset="0"/>
              <a:buNone/>
              <a:defRPr/>
            </a:pPr>
            <a:r>
              <a:rPr lang="en-US" altLang="zh-CN" sz="2400" dirty="0"/>
              <a:t>2026.06</a:t>
            </a:r>
            <a:endParaRPr lang="en-US" altLang="zh-CN" sz="2400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/>
              <a:t>结合</a:t>
            </a:r>
            <a:r>
              <a:rPr lang="en-US" altLang="zh-CN" dirty="0"/>
              <a:t>《Android</a:t>
            </a:r>
            <a:r>
              <a:rPr lang="zh-CN" altLang="en-US" dirty="0"/>
              <a:t>移动应用开发基础教程</a:t>
            </a:r>
            <a:r>
              <a:rPr lang="en-US" altLang="zh-CN" dirty="0"/>
              <a:t>》</a:t>
            </a:r>
            <a:r>
              <a:rPr lang="zh-CN" altLang="en-US" dirty="0"/>
              <a:t>课程学习，利用课程实践的机会，加深理解对面向</a:t>
            </a:r>
            <a:r>
              <a:rPr lang="en-US" altLang="zh-CN" dirty="0"/>
              <a:t>Android</a:t>
            </a:r>
            <a:r>
              <a:rPr lang="zh-CN" altLang="en-US" dirty="0"/>
              <a:t>系统的移动设备的应用系统开发方法、开发过程、开发技术、开发工具的了解和掌握。</a:t>
            </a:r>
            <a:endParaRPr lang="en-US" altLang="zh-CN" dirty="0"/>
          </a:p>
          <a:p>
            <a:r>
              <a:rPr lang="zh-CN" altLang="en-US" dirty="0"/>
              <a:t>结合一个实际题目，完成从应用软件的需求调研、分析、设计与实现过程。对移动应用开发有一个完整的认知。</a:t>
            </a:r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课程实践目的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课程实践目标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rgbClr val="00B0F0"/>
                </a:solidFill>
              </a:rPr>
              <a:t>知识目标</a:t>
            </a:r>
            <a:endParaRPr lang="zh-CN" altLang="en-US" dirty="0">
              <a:solidFill>
                <a:srgbClr val="00B0F0"/>
              </a:solidFill>
            </a:endParaRPr>
          </a:p>
        </p:txBody>
      </p:sp>
      <p:graphicFrame>
        <p:nvGraphicFramePr>
          <p:cNvPr id="5" name="图示 4"/>
          <p:cNvGraphicFramePr/>
          <p:nvPr/>
        </p:nvGraphicFramePr>
        <p:xfrm>
          <a:off x="1140566" y="1349067"/>
          <a:ext cx="9841112" cy="47696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课程实践目标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rgbClr val="00B0F0"/>
                </a:solidFill>
              </a:rPr>
              <a:t>能力目标</a:t>
            </a:r>
            <a:endParaRPr lang="zh-CN" altLang="en-US" dirty="0">
              <a:solidFill>
                <a:srgbClr val="00B0F0"/>
              </a:solidFill>
            </a:endParaRPr>
          </a:p>
        </p:txBody>
      </p:sp>
      <p:graphicFrame>
        <p:nvGraphicFramePr>
          <p:cNvPr id="8" name="内容占位符 7"/>
          <p:cNvGraphicFramePr>
            <a:graphicFrameLocks noGrp="1"/>
          </p:cNvGraphicFramePr>
          <p:nvPr>
            <p:ph sz="quarter" idx="13"/>
          </p:nvPr>
        </p:nvGraphicFramePr>
        <p:xfrm>
          <a:off x="573088" y="1270000"/>
          <a:ext cx="11137900" cy="49260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Android</a:t>
            </a:r>
            <a:r>
              <a:rPr lang="zh-CN" altLang="zh-CN" dirty="0"/>
              <a:t>应用软件的开发环境和开发过程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en-US" altLang="zh-CN" dirty="0"/>
              <a:t>Android</a:t>
            </a:r>
            <a:r>
              <a:rPr lang="zh-CN" altLang="zh-CN" dirty="0"/>
              <a:t>应用软件的编程技术，包括</a:t>
            </a:r>
            <a:r>
              <a:rPr lang="en-US" altLang="zh-CN" dirty="0"/>
              <a:t>UI</a:t>
            </a:r>
            <a:r>
              <a:rPr lang="zh-CN" altLang="zh-CN" dirty="0"/>
              <a:t>设计，</a:t>
            </a:r>
            <a:r>
              <a:rPr lang="en-US" altLang="zh-CN" dirty="0"/>
              <a:t>Activity</a:t>
            </a:r>
            <a:r>
              <a:rPr lang="zh-CN" altLang="zh-CN" dirty="0"/>
              <a:t>的设计与实现，数据存储与访问技术，</a:t>
            </a:r>
            <a:r>
              <a:rPr lang="en-US" altLang="zh-CN" dirty="0"/>
              <a:t>Internet</a:t>
            </a:r>
            <a:r>
              <a:rPr lang="zh-CN" altLang="zh-CN" dirty="0"/>
              <a:t>编程技术等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zh-CN" dirty="0"/>
              <a:t>完成实践选题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编写相关文档</a:t>
            </a:r>
            <a:endParaRPr lang="zh-CN" altLang="en-US" dirty="0"/>
          </a:p>
          <a:p>
            <a:pPr lvl="1"/>
            <a:r>
              <a:rPr lang="zh-CN" altLang="en-US" dirty="0"/>
              <a:t>项目计划书</a:t>
            </a:r>
            <a:endParaRPr lang="zh-CN" altLang="en-US" dirty="0"/>
          </a:p>
          <a:p>
            <a:pPr lvl="1"/>
            <a:r>
              <a:rPr lang="zh-CN" altLang="en-US" dirty="0"/>
              <a:t>需求分析、系统设计、数据字典等</a:t>
            </a:r>
            <a:endParaRPr lang="zh-CN" altLang="en-US" dirty="0"/>
          </a:p>
          <a:p>
            <a:pPr lvl="1"/>
            <a:r>
              <a:rPr lang="zh-CN" altLang="en-US" dirty="0"/>
              <a:t>中期进展报告</a:t>
            </a:r>
            <a:endParaRPr lang="zh-CN" altLang="en-US" dirty="0"/>
          </a:p>
          <a:p>
            <a:r>
              <a:rPr lang="zh-CN" altLang="en-US" dirty="0"/>
              <a:t>完成实践报告。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课程实践内容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zh-CN" altLang="zh-CN" dirty="0"/>
              <a:t>掌握</a:t>
            </a:r>
            <a:r>
              <a:rPr lang="en-US" altLang="zh-CN" dirty="0"/>
              <a:t>Android</a:t>
            </a:r>
            <a:r>
              <a:rPr lang="zh-CN" altLang="zh-CN" dirty="0"/>
              <a:t>开发的编程规范，</a:t>
            </a:r>
            <a:r>
              <a:rPr lang="en-US" altLang="zh-CN" dirty="0"/>
              <a:t>Android</a:t>
            </a:r>
            <a:r>
              <a:rPr lang="zh-CN" altLang="zh-CN" dirty="0"/>
              <a:t>开发的核心概念和特性；</a:t>
            </a:r>
            <a:endParaRPr lang="zh-CN" altLang="zh-CN" dirty="0"/>
          </a:p>
          <a:p>
            <a:pPr lvl="0">
              <a:lnSpc>
                <a:spcPct val="150000"/>
              </a:lnSpc>
            </a:pPr>
            <a:r>
              <a:rPr lang="zh-CN" altLang="zh-CN" dirty="0"/>
              <a:t>掌握</a:t>
            </a:r>
            <a:r>
              <a:rPr lang="en-US" altLang="zh-CN" dirty="0"/>
              <a:t>Android</a:t>
            </a:r>
            <a:r>
              <a:rPr lang="zh-CN" altLang="zh-CN" dirty="0"/>
              <a:t>应用软件的编程技术，包括</a:t>
            </a:r>
            <a:r>
              <a:rPr lang="en-US" altLang="zh-CN" dirty="0"/>
              <a:t>UI</a:t>
            </a:r>
            <a:r>
              <a:rPr lang="zh-CN" altLang="zh-CN" dirty="0"/>
              <a:t>设计，</a:t>
            </a:r>
            <a:r>
              <a:rPr lang="en-US" altLang="zh-CN" dirty="0"/>
              <a:t>Activity</a:t>
            </a:r>
            <a:r>
              <a:rPr lang="zh-CN" altLang="zh-CN" dirty="0"/>
              <a:t>的设计与实现，数据存储与访问技术，</a:t>
            </a:r>
            <a:r>
              <a:rPr lang="en-US" altLang="zh-CN" dirty="0"/>
              <a:t>Intent</a:t>
            </a:r>
            <a:r>
              <a:rPr lang="zh-CN" altLang="zh-CN" dirty="0"/>
              <a:t>编程技术等；</a:t>
            </a:r>
            <a:endParaRPr lang="zh-CN" altLang="zh-CN" dirty="0"/>
          </a:p>
          <a:p>
            <a:pPr lvl="0">
              <a:lnSpc>
                <a:spcPct val="150000"/>
              </a:lnSpc>
            </a:pPr>
            <a:r>
              <a:rPr lang="zh-CN" altLang="zh-CN" dirty="0"/>
              <a:t>掌握</a:t>
            </a:r>
            <a:r>
              <a:rPr lang="en-US" altLang="zh-CN" dirty="0"/>
              <a:t>Android</a:t>
            </a:r>
            <a:r>
              <a:rPr lang="zh-CN" altLang="zh-CN" dirty="0"/>
              <a:t>应用软件的开发环境和开发过程； </a:t>
            </a:r>
            <a:endParaRPr lang="zh-CN" altLang="zh-CN" dirty="0"/>
          </a:p>
          <a:p>
            <a:pPr lvl="0">
              <a:lnSpc>
                <a:spcPct val="150000"/>
              </a:lnSpc>
            </a:pPr>
            <a:r>
              <a:rPr lang="zh-CN" altLang="zh-CN" dirty="0"/>
              <a:t>掌握</a:t>
            </a:r>
            <a:r>
              <a:rPr lang="en-US" altLang="zh-CN" dirty="0"/>
              <a:t>Android</a:t>
            </a:r>
            <a:r>
              <a:rPr lang="zh-CN" altLang="zh-CN" dirty="0"/>
              <a:t>移动应用开发的思想和程序设计方法；</a:t>
            </a:r>
            <a:endParaRPr lang="zh-CN" altLang="zh-CN" dirty="0"/>
          </a:p>
          <a:p>
            <a:pPr lvl="0">
              <a:lnSpc>
                <a:spcPct val="150000"/>
              </a:lnSpc>
            </a:pPr>
            <a:r>
              <a:rPr lang="zh-CN" altLang="zh-CN" dirty="0"/>
              <a:t>实践开发过程管理。</a:t>
            </a:r>
            <a:endParaRPr lang="zh-CN" altLang="zh-CN" dirty="0"/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要求掌握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585243" y="1037788"/>
            <a:ext cx="11138015" cy="4927042"/>
          </a:xfrm>
        </p:spPr>
        <p:txBody>
          <a:bodyPr/>
          <a:lstStyle/>
          <a:p>
            <a:r>
              <a:rPr lang="en-US" altLang="zh-CN" sz="1600" dirty="0"/>
              <a:t>【01】</a:t>
            </a:r>
            <a:r>
              <a:rPr lang="zh-CN" altLang="en-US" sz="1600" dirty="0"/>
              <a:t>手机微博</a:t>
            </a:r>
            <a:r>
              <a:rPr lang="en-US" altLang="zh-CN" sz="1600" dirty="0"/>
              <a:t>app</a:t>
            </a:r>
            <a:endParaRPr lang="zh-CN" altLang="en-US" sz="1600" dirty="0"/>
          </a:p>
          <a:p>
            <a:r>
              <a:rPr lang="en-US" altLang="zh-CN" sz="1600" dirty="0"/>
              <a:t>【02】</a:t>
            </a:r>
            <a:r>
              <a:rPr lang="zh-CN" altLang="en-US" sz="1600" dirty="0"/>
              <a:t>手机邮件客户端</a:t>
            </a:r>
            <a:r>
              <a:rPr lang="en-US" altLang="zh-CN" sz="1600" dirty="0"/>
              <a:t>app</a:t>
            </a:r>
            <a:endParaRPr lang="zh-CN" altLang="en-US" sz="1600" dirty="0"/>
          </a:p>
          <a:p>
            <a:r>
              <a:rPr lang="en-US" altLang="zh-CN" sz="1600" dirty="0"/>
              <a:t>【03】</a:t>
            </a:r>
            <a:r>
              <a:rPr lang="zh-CN" altLang="en-US" sz="1600" dirty="0"/>
              <a:t>手机酒店预订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【04】</a:t>
            </a:r>
            <a:r>
              <a:rPr lang="zh-CN" altLang="en-US" sz="1600" dirty="0"/>
              <a:t>手机长途客运大巴预定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【05】</a:t>
            </a:r>
            <a:r>
              <a:rPr lang="zh-CN" altLang="en-US" sz="1600" dirty="0"/>
              <a:t>手机课程安排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【06】</a:t>
            </a:r>
            <a:r>
              <a:rPr lang="zh-CN" altLang="en-US" sz="1600" dirty="0"/>
              <a:t>手机教室管理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【07】</a:t>
            </a:r>
            <a:r>
              <a:rPr lang="zh-CN" altLang="en-US" sz="1600" dirty="0"/>
              <a:t>手机财务管理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【08】</a:t>
            </a:r>
            <a:r>
              <a:rPr lang="zh-CN" altLang="en-US" sz="1600" dirty="0"/>
              <a:t>手机报税管理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【09】</a:t>
            </a:r>
            <a:r>
              <a:rPr lang="zh-CN" altLang="en-US" sz="1600" dirty="0"/>
              <a:t>手机招聘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【10】</a:t>
            </a:r>
            <a:r>
              <a:rPr lang="zh-CN" altLang="en-US" sz="1600" dirty="0"/>
              <a:t>手机人事管理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【11】</a:t>
            </a:r>
            <a:r>
              <a:rPr lang="zh-CN" altLang="en-US" sz="1600" dirty="0"/>
              <a:t>手机公共交通导航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【12】</a:t>
            </a:r>
            <a:r>
              <a:rPr lang="zh-CN" altLang="en-US" sz="1600" dirty="0"/>
              <a:t>手机医院挂号预约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【13】</a:t>
            </a:r>
            <a:r>
              <a:rPr lang="zh-CN" altLang="en-US" sz="1600" dirty="0"/>
              <a:t>手机图书馆管理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【14】</a:t>
            </a:r>
            <a:r>
              <a:rPr lang="zh-CN" altLang="en-US" sz="1600" dirty="0"/>
              <a:t>手机超市管理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【15】</a:t>
            </a:r>
            <a:r>
              <a:rPr lang="zh-CN" altLang="en-US" sz="1600" dirty="0"/>
              <a:t>手机快递管理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endParaRPr lang="zh-CN" altLang="en-US" sz="9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实践题目</a:t>
            </a:r>
            <a:r>
              <a:rPr lang="en-US" altLang="zh-CN" dirty="0"/>
              <a:t>(</a:t>
            </a:r>
            <a:r>
              <a:rPr lang="zh-CN" altLang="en-US" dirty="0"/>
              <a:t>抽选，不得重复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379585" y="619125"/>
            <a:ext cx="2521585" cy="28613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    </a:t>
            </a:r>
            <a:r>
              <a:rPr lang="zh-CN" altLang="en-US" dirty="0"/>
              <a:t>登录功能</a:t>
            </a:r>
            <a:endParaRPr lang="zh-CN" altLang="en-US" dirty="0"/>
          </a:p>
          <a:p>
            <a:r>
              <a:rPr lang="zh-CN" altLang="en-US" dirty="0"/>
              <a:t>        管理员</a:t>
            </a:r>
            <a:endParaRPr lang="zh-CN" altLang="en-US" dirty="0"/>
          </a:p>
          <a:p>
            <a:r>
              <a:rPr lang="zh-CN" altLang="en-US" dirty="0"/>
              <a:t>        用户</a:t>
            </a:r>
            <a:r>
              <a:rPr lang="en-US" altLang="zh-CN" dirty="0"/>
              <a:t>-</a:t>
            </a:r>
            <a:r>
              <a:rPr lang="zh-CN" altLang="en-US" dirty="0"/>
              <a:t>等级</a:t>
            </a:r>
            <a:endParaRPr lang="zh-CN" altLang="en-US" dirty="0"/>
          </a:p>
          <a:p>
            <a:r>
              <a:rPr lang="zh-CN" altLang="en-US" dirty="0"/>
              <a:t>    发帖功能</a:t>
            </a:r>
            <a:endParaRPr lang="zh-CN" altLang="en-US" dirty="0"/>
          </a:p>
          <a:p>
            <a:r>
              <a:rPr lang="zh-CN" altLang="en-US" dirty="0"/>
              <a:t>        发送文字状态</a:t>
            </a:r>
            <a:endParaRPr lang="zh-CN" altLang="en-US" dirty="0"/>
          </a:p>
          <a:p>
            <a:r>
              <a:rPr lang="zh-CN" altLang="en-US" dirty="0"/>
              <a:t>        发送图片状态</a:t>
            </a:r>
            <a:endParaRPr lang="zh-CN" altLang="en-US" dirty="0"/>
          </a:p>
          <a:p>
            <a:r>
              <a:rPr lang="zh-CN" altLang="en-US" dirty="0"/>
              <a:t>    浏览功能</a:t>
            </a:r>
            <a:endParaRPr lang="zh-CN" altLang="en-US" dirty="0"/>
          </a:p>
          <a:p>
            <a:r>
              <a:rPr lang="zh-CN" altLang="en-US" dirty="0"/>
              <a:t>        浏览状态</a:t>
            </a:r>
            <a:endParaRPr lang="zh-CN" altLang="en-US" dirty="0"/>
          </a:p>
          <a:p>
            <a:r>
              <a:rPr lang="zh-CN" altLang="en-US" dirty="0"/>
              <a:t>    评论功能（加分项）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771130" y="3239770"/>
            <a:ext cx="2665095" cy="31381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    </a:t>
            </a:r>
            <a:r>
              <a:rPr lang="zh-CN" altLang="en-US" dirty="0"/>
              <a:t>登录功能</a:t>
            </a:r>
            <a:endParaRPr lang="zh-CN" altLang="en-US" dirty="0"/>
          </a:p>
          <a:p>
            <a:r>
              <a:rPr lang="zh-CN" altLang="en-US" dirty="0"/>
              <a:t>        管理员</a:t>
            </a:r>
            <a:endParaRPr lang="zh-CN" altLang="en-US" dirty="0"/>
          </a:p>
          <a:p>
            <a:r>
              <a:rPr lang="zh-CN" altLang="en-US" dirty="0"/>
              <a:t>        商家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买家</a:t>
            </a:r>
            <a:endParaRPr lang="zh-CN" altLang="en-US" dirty="0"/>
          </a:p>
          <a:p>
            <a:r>
              <a:rPr lang="zh-CN" altLang="en-US" dirty="0"/>
              <a:t>    发布商品功能</a:t>
            </a:r>
            <a:endParaRPr lang="zh-CN" altLang="en-US" dirty="0"/>
          </a:p>
          <a:p>
            <a:r>
              <a:rPr lang="zh-CN" altLang="en-US" dirty="0"/>
              <a:t>        发布商品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浏览商品</a:t>
            </a:r>
            <a:endParaRPr lang="zh-CN" altLang="en-US" dirty="0"/>
          </a:p>
          <a:p>
            <a:r>
              <a:rPr lang="zh-CN" altLang="en-US" dirty="0"/>
              <a:t>    购买商品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点击购买</a:t>
            </a:r>
            <a:endParaRPr lang="zh-CN" altLang="en-US" dirty="0"/>
          </a:p>
          <a:p>
            <a:r>
              <a:rPr lang="zh-CN" altLang="en-US" dirty="0"/>
              <a:t>        购物车和支付功能（加分项）</a:t>
            </a:r>
            <a:endParaRPr 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2622550" y="1171575"/>
            <a:ext cx="66897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endCxn id="5" idx="1"/>
          </p:cNvCxnSpPr>
          <p:nvPr/>
        </p:nvCxnSpPr>
        <p:spPr>
          <a:xfrm>
            <a:off x="6866255" y="1675765"/>
            <a:ext cx="904875" cy="3133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227963" y="1463389"/>
            <a:ext cx="3188462" cy="508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【16】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手机外卖管理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【17】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手机银行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【18】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手机图书商城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【19】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手机机票预定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【20】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手机保险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【21】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手机股票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【22】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手机音乐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【23】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手机视频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【24】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手机网盘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【25】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手机记账本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【26】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网课系统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【27】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网上考试系统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【28】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房地产审批系统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【29】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食堂后勤管理系统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【30】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宿舍管理系统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585243" y="1037788"/>
            <a:ext cx="11138015" cy="4927042"/>
          </a:xfrm>
        </p:spPr>
        <p:txBody>
          <a:bodyPr/>
          <a:lstStyle/>
          <a:p>
            <a:r>
              <a:rPr lang="en-US" altLang="zh-CN" sz="1600" dirty="0"/>
              <a:t>【01】</a:t>
            </a:r>
            <a:r>
              <a:rPr lang="zh-CN" altLang="en-US" sz="1600" dirty="0"/>
              <a:t>手机微博</a:t>
            </a:r>
            <a:r>
              <a:rPr lang="en-US" altLang="zh-CN" sz="1600" dirty="0"/>
              <a:t>app</a:t>
            </a:r>
            <a:endParaRPr lang="zh-CN" altLang="en-US" sz="1600" dirty="0"/>
          </a:p>
          <a:p>
            <a:r>
              <a:rPr lang="en-US" altLang="zh-CN" sz="1600" dirty="0"/>
              <a:t>【02】</a:t>
            </a:r>
            <a:r>
              <a:rPr lang="zh-CN" altLang="en-US" sz="1600" dirty="0"/>
              <a:t>手机邮件客户端</a:t>
            </a:r>
            <a:r>
              <a:rPr lang="en-US" altLang="zh-CN" sz="1600" dirty="0"/>
              <a:t>app</a:t>
            </a:r>
            <a:endParaRPr lang="zh-CN" altLang="en-US" sz="1600" dirty="0"/>
          </a:p>
          <a:p>
            <a:r>
              <a:rPr lang="en-US" altLang="zh-CN" sz="1600" dirty="0"/>
              <a:t>【03】</a:t>
            </a:r>
            <a:r>
              <a:rPr lang="zh-CN" altLang="en-US" sz="1600" dirty="0"/>
              <a:t>手机酒店预订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【04】</a:t>
            </a:r>
            <a:r>
              <a:rPr lang="zh-CN" altLang="en-US" sz="1600" dirty="0"/>
              <a:t>手机长途客运大巴预定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【05】</a:t>
            </a:r>
            <a:r>
              <a:rPr lang="zh-CN" altLang="en-US" sz="1600" dirty="0"/>
              <a:t>手机课程安排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【06】</a:t>
            </a:r>
            <a:r>
              <a:rPr lang="zh-CN" altLang="en-US" sz="1600" dirty="0"/>
              <a:t>手机教室管理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【07】</a:t>
            </a:r>
            <a:r>
              <a:rPr lang="zh-CN" altLang="en-US" sz="1600" dirty="0"/>
              <a:t>手机财务管理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【08】</a:t>
            </a:r>
            <a:r>
              <a:rPr lang="zh-CN" altLang="en-US" sz="1600" dirty="0"/>
              <a:t>手机报税管理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【09】</a:t>
            </a:r>
            <a:r>
              <a:rPr lang="zh-CN" altLang="en-US" sz="1600" dirty="0"/>
              <a:t>手机招聘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【10】</a:t>
            </a:r>
            <a:r>
              <a:rPr lang="zh-CN" altLang="en-US" sz="1600" dirty="0"/>
              <a:t>手机人事管理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【11】</a:t>
            </a:r>
            <a:r>
              <a:rPr lang="zh-CN" altLang="en-US" sz="1600" dirty="0"/>
              <a:t>手机公共交通导航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【12】</a:t>
            </a:r>
            <a:r>
              <a:rPr lang="zh-CN" altLang="en-US" sz="1600" dirty="0"/>
              <a:t>手机医院挂号预约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【13】</a:t>
            </a:r>
            <a:r>
              <a:rPr lang="zh-CN" altLang="en-US" sz="1600" dirty="0"/>
              <a:t>手机图书馆管理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【14】</a:t>
            </a:r>
            <a:r>
              <a:rPr lang="zh-CN" altLang="en-US" sz="1600" dirty="0"/>
              <a:t>手机超市管理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r>
              <a:rPr lang="en-US" altLang="zh-CN" sz="1600" dirty="0"/>
              <a:t>【15】</a:t>
            </a:r>
            <a:r>
              <a:rPr lang="zh-CN" altLang="en-US" sz="1600" dirty="0"/>
              <a:t>手机快递管理</a:t>
            </a:r>
            <a:r>
              <a:rPr lang="en-US" altLang="zh-CN" sz="1600" dirty="0"/>
              <a:t>app</a:t>
            </a:r>
            <a:endParaRPr lang="en-US" altLang="zh-CN" sz="1600" dirty="0"/>
          </a:p>
          <a:p>
            <a:endParaRPr lang="zh-CN" altLang="en-US" sz="9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实践题目</a:t>
            </a:r>
            <a:r>
              <a:rPr lang="en-US" altLang="zh-CN" dirty="0"/>
              <a:t>(</a:t>
            </a:r>
            <a:r>
              <a:rPr lang="zh-CN" altLang="en-US" dirty="0"/>
              <a:t>抽选，不得重复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379585" y="619125"/>
            <a:ext cx="2521585" cy="286131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    </a:t>
            </a:r>
            <a:r>
              <a:rPr lang="zh-CN" altLang="en-US" dirty="0"/>
              <a:t>登录功能</a:t>
            </a:r>
            <a:endParaRPr lang="zh-CN" altLang="en-US" dirty="0"/>
          </a:p>
          <a:p>
            <a:r>
              <a:rPr lang="zh-CN" altLang="en-US" dirty="0"/>
              <a:t>        管理员</a:t>
            </a:r>
            <a:endParaRPr lang="zh-CN" altLang="en-US" dirty="0"/>
          </a:p>
          <a:p>
            <a:r>
              <a:rPr lang="zh-CN" altLang="en-US" dirty="0"/>
              <a:t>        用户</a:t>
            </a:r>
            <a:r>
              <a:rPr lang="en-US" altLang="zh-CN" dirty="0"/>
              <a:t>-</a:t>
            </a:r>
            <a:r>
              <a:rPr lang="zh-CN" altLang="en-US" dirty="0"/>
              <a:t>等级</a:t>
            </a:r>
            <a:endParaRPr lang="zh-CN" altLang="en-US" dirty="0"/>
          </a:p>
          <a:p>
            <a:r>
              <a:rPr lang="zh-CN" altLang="en-US" dirty="0"/>
              <a:t>    发帖功能</a:t>
            </a:r>
            <a:endParaRPr lang="zh-CN" altLang="en-US" dirty="0"/>
          </a:p>
          <a:p>
            <a:r>
              <a:rPr lang="zh-CN" altLang="en-US" dirty="0"/>
              <a:t>        发送文字状态</a:t>
            </a:r>
            <a:endParaRPr lang="zh-CN" altLang="en-US" dirty="0"/>
          </a:p>
          <a:p>
            <a:r>
              <a:rPr lang="zh-CN" altLang="en-US" dirty="0"/>
              <a:t>        发送图片状态</a:t>
            </a:r>
            <a:endParaRPr lang="zh-CN" altLang="en-US" dirty="0"/>
          </a:p>
          <a:p>
            <a:r>
              <a:rPr lang="zh-CN" altLang="en-US" dirty="0"/>
              <a:t>    浏览功能</a:t>
            </a:r>
            <a:endParaRPr lang="zh-CN" altLang="en-US" dirty="0"/>
          </a:p>
          <a:p>
            <a:r>
              <a:rPr lang="zh-CN" altLang="en-US" dirty="0"/>
              <a:t>        浏览状态</a:t>
            </a:r>
            <a:endParaRPr lang="zh-CN" altLang="en-US" dirty="0"/>
          </a:p>
          <a:p>
            <a:r>
              <a:rPr lang="zh-CN" altLang="en-US" dirty="0"/>
              <a:t>    评论功能（加分项）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7771130" y="3239770"/>
            <a:ext cx="2689225" cy="313817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dirty="0"/>
              <a:t>    </a:t>
            </a:r>
            <a:r>
              <a:rPr lang="zh-CN" altLang="en-US" dirty="0"/>
              <a:t>登录功能</a:t>
            </a:r>
            <a:endParaRPr lang="zh-CN" altLang="en-US" dirty="0"/>
          </a:p>
          <a:p>
            <a:r>
              <a:rPr lang="zh-CN" altLang="en-US" dirty="0"/>
              <a:t>        管理员</a:t>
            </a:r>
            <a:endParaRPr lang="zh-CN" altLang="en-US" dirty="0"/>
          </a:p>
          <a:p>
            <a:r>
              <a:rPr lang="zh-CN" altLang="en-US" dirty="0"/>
              <a:t>        商家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买家</a:t>
            </a:r>
            <a:endParaRPr lang="zh-CN" altLang="en-US" dirty="0"/>
          </a:p>
          <a:p>
            <a:r>
              <a:rPr lang="zh-CN" altLang="en-US" dirty="0"/>
              <a:t>    发布商品功能</a:t>
            </a:r>
            <a:endParaRPr lang="zh-CN" altLang="en-US" dirty="0"/>
          </a:p>
          <a:p>
            <a:r>
              <a:rPr lang="zh-CN" altLang="en-US" dirty="0"/>
              <a:t>        发布商品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浏览商品</a:t>
            </a:r>
            <a:endParaRPr lang="zh-CN" altLang="en-US" dirty="0"/>
          </a:p>
          <a:p>
            <a:r>
              <a:rPr lang="zh-CN" altLang="en-US" dirty="0"/>
              <a:t>    购买商品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点击购买</a:t>
            </a:r>
            <a:endParaRPr lang="zh-CN" altLang="en-US" dirty="0"/>
          </a:p>
          <a:p>
            <a:r>
              <a:rPr lang="zh-CN" altLang="en-US" dirty="0"/>
              <a:t>        购物车和支付功能（加分项）</a:t>
            </a:r>
            <a:endParaRPr lang="en-US" dirty="0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2622550" y="1171575"/>
            <a:ext cx="6689725" cy="9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>
            <a:endCxn id="5" idx="1"/>
          </p:cNvCxnSpPr>
          <p:nvPr/>
        </p:nvCxnSpPr>
        <p:spPr>
          <a:xfrm>
            <a:off x="6866255" y="1675765"/>
            <a:ext cx="904875" cy="3133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227962" y="1463389"/>
            <a:ext cx="3543167" cy="5088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【16】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手机扫码点餐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【17】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手机银行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【18】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手机图书商城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【19】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手机电影票预定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【20】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手机保险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【21】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手机股票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【22】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手机音乐分享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【23】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手机视频播放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【24】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手机网盘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Nextcloud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)app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【25】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手机记账本</a:t>
            </a:r>
            <a:r>
              <a:rPr lang="en-US" altLang="zh-CN" dirty="0">
                <a:latin typeface="Times New Roman" panose="02020603050405020304" pitchFamily="18" charset="0"/>
                <a:ea typeface="华文中宋" panose="02010600040101010101" pitchFamily="2" charset="-122"/>
              </a:rPr>
              <a:t>app</a:t>
            </a:r>
            <a:endParaRPr lang="en-US" altLang="zh-CN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【26】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网课系统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【27】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网上考试系统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【28】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营业执照申请审批系统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【29】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高校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后勤管理系统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marL="152400" indent="-152400" defTabSz="611505" eaLnBrk="1" hangingPunct="1">
              <a:lnSpc>
                <a:spcPct val="90000"/>
              </a:lnSpc>
              <a:spcBef>
                <a:spcPts val="665"/>
              </a:spcBef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【30】</a:t>
            </a:r>
            <a:r>
              <a:rPr lang="zh-CN" altLang="en-US" dirty="0">
                <a:latin typeface="Times New Roman" panose="02020603050405020304" pitchFamily="18" charset="0"/>
                <a:ea typeface="华文中宋" panose="02010600040101010101" pitchFamily="2" charset="-122"/>
              </a:rPr>
              <a:t>会议室</a:t>
            </a:r>
            <a:r>
              <a:rPr lang="zh-CN" altLang="en-US" sz="1800" dirty="0">
                <a:latin typeface="Times New Roman" panose="02020603050405020304" pitchFamily="18" charset="0"/>
                <a:ea typeface="华文中宋" panose="02010600040101010101" pitchFamily="2" charset="-122"/>
              </a:rPr>
              <a:t>管理系统</a:t>
            </a:r>
            <a:endParaRPr lang="en-US" altLang="zh-CN" sz="18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>
          <a:xfrm>
            <a:off x="573211" y="1269243"/>
            <a:ext cx="11365360" cy="4927042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UI</a:t>
            </a:r>
            <a:r>
              <a:rPr lang="zh-CN" altLang="zh-CN" dirty="0"/>
              <a:t>界面设计中至少要有</a:t>
            </a:r>
            <a:r>
              <a:rPr lang="en-US" altLang="zh-CN" dirty="0"/>
              <a:t>3</a:t>
            </a:r>
            <a:r>
              <a:rPr lang="zh-CN" altLang="zh-CN" dirty="0"/>
              <a:t>到</a:t>
            </a:r>
            <a:r>
              <a:rPr lang="en-US" altLang="zh-CN" dirty="0"/>
              <a:t>4</a:t>
            </a:r>
            <a:r>
              <a:rPr lang="zh-CN" altLang="zh-CN" dirty="0"/>
              <a:t>种控件进行组合而成，并具备菜单功能和事件处理机制。 </a:t>
            </a:r>
            <a:endParaRPr lang="zh-CN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Activity</a:t>
            </a:r>
            <a:r>
              <a:rPr lang="zh-CN" altLang="zh-CN" dirty="0"/>
              <a:t>要至少有</a:t>
            </a:r>
            <a:r>
              <a:rPr lang="en-US" altLang="zh-CN" dirty="0"/>
              <a:t>3</a:t>
            </a:r>
            <a:r>
              <a:rPr lang="zh-CN" altLang="zh-CN" dirty="0"/>
              <a:t>个，并通过</a:t>
            </a:r>
            <a:r>
              <a:rPr lang="en-US" altLang="zh-CN" dirty="0"/>
              <a:t>Internet</a:t>
            </a:r>
            <a:r>
              <a:rPr lang="zh-CN" altLang="zh-CN" dirty="0"/>
              <a:t>进行跳转和传递数据消息</a:t>
            </a:r>
            <a:endParaRPr lang="zh-CN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作品要有数据存储和访问功能，</a:t>
            </a:r>
            <a:r>
              <a:rPr lang="zh-CN" altLang="en-US" dirty="0"/>
              <a:t>使</a:t>
            </a:r>
            <a:r>
              <a:rPr lang="zh-CN" altLang="zh-CN" dirty="0"/>
              <a:t>用数据库进行数据的存储与访问</a:t>
            </a:r>
            <a:r>
              <a:rPr lang="zh-CN" altLang="en-US" dirty="0"/>
              <a:t>（</a:t>
            </a:r>
            <a:r>
              <a:rPr lang="en-US" altLang="zh-CN" dirty="0"/>
              <a:t> SQLite 3 </a:t>
            </a:r>
            <a:r>
              <a:rPr lang="zh-CN" altLang="en-US" dirty="0"/>
              <a:t>或者</a:t>
            </a:r>
            <a:r>
              <a:rPr lang="en-US" altLang="zh-CN" dirty="0"/>
              <a:t>room</a:t>
            </a:r>
            <a:r>
              <a:rPr lang="zh-CN" altLang="en-US" dirty="0"/>
              <a:t>）加分</a:t>
            </a:r>
            <a:r>
              <a:rPr lang="zh-CN" altLang="zh-CN" dirty="0"/>
              <a:t>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作品必须包含用户登录功能，登录功能必须包含多用户角色。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并包含两项核心功能，核心功能必须有数据交互功能。</a:t>
            </a:r>
            <a:endParaRPr lang="zh-CN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以上是必须有的功能，此外作品</a:t>
            </a:r>
            <a:r>
              <a:rPr lang="zh-CN" altLang="en-US" dirty="0"/>
              <a:t>如</a:t>
            </a:r>
            <a:r>
              <a:rPr lang="zh-CN" altLang="zh-CN" dirty="0"/>
              <a:t>有其他功能，比如网络功能、广播和服务功能等，加分。 </a:t>
            </a:r>
            <a:endParaRPr lang="zh-CN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86605" y="235700"/>
            <a:ext cx="10903424" cy="776403"/>
          </a:xfrm>
        </p:spPr>
        <p:txBody>
          <a:bodyPr/>
          <a:lstStyle/>
          <a:p>
            <a:r>
              <a:rPr lang="zh-CN" altLang="en-US" dirty="0"/>
              <a:t>考核基本要求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>
                <a:solidFill>
                  <a:srgbClr val="FF0000"/>
                </a:solidFill>
              </a:rPr>
              <a:t>不及格：</a:t>
            </a:r>
            <a:r>
              <a:rPr lang="zh-CN" altLang="zh-CN" dirty="0">
                <a:solidFill>
                  <a:srgbClr val="FF0000"/>
                </a:solidFill>
                <a:sym typeface="+mn-ea"/>
              </a:rPr>
              <a:t>有严重的抄袭现象，或者</a:t>
            </a:r>
            <a:r>
              <a:rPr lang="zh-CN" altLang="zh-CN" dirty="0">
                <a:solidFill>
                  <a:srgbClr val="FF0000"/>
                </a:solidFill>
              </a:rPr>
              <a:t>程序要求的基本功能没有完成，或者程序不能正常运行。 </a:t>
            </a:r>
            <a:endParaRPr lang="zh-CN" altLang="zh-CN" dirty="0">
              <a:solidFill>
                <a:srgbClr val="FF0000"/>
              </a:solidFill>
            </a:endParaRPr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/>
              <a:t>及格：程序要求的基本功能完成，程序能够正常运行。 </a:t>
            </a:r>
            <a:endParaRPr lang="zh-CN" altLang="zh-CN" dirty="0"/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/>
              <a:t>中：达到及格的要求，用户界面友好，操作方便。</a:t>
            </a:r>
            <a:endParaRPr lang="zh-CN" altLang="zh-CN" dirty="0"/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/>
              <a:t>良：达到中的要求，具备良好的编码规范，主要的程序元素有注释，程序运行稳定。 </a:t>
            </a:r>
            <a:endParaRPr lang="zh-CN" altLang="zh-CN" dirty="0"/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>
                <a:solidFill>
                  <a:srgbClr val="002060"/>
                </a:solidFill>
              </a:rPr>
              <a:t>优：达到良的要求，程序具有很好的扩展性，界面优美，程序结构清晰。 </a:t>
            </a:r>
            <a:endParaRPr lang="zh-CN" altLang="zh-CN" dirty="0">
              <a:solidFill>
                <a:srgbClr val="002060"/>
              </a:solidFill>
            </a:endParaRPr>
          </a:p>
          <a:p>
            <a:pPr marL="514350" indent="-514350">
              <a:spcAft>
                <a:spcPts val="1800"/>
              </a:spcAft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代码考核标准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>
                <a:solidFill>
                  <a:srgbClr val="FF0000"/>
                </a:solidFill>
              </a:rPr>
              <a:t>不及格：</a:t>
            </a:r>
            <a:r>
              <a:rPr lang="zh-CN" altLang="zh-CN" dirty="0">
                <a:solidFill>
                  <a:srgbClr val="FF0000"/>
                </a:solidFill>
                <a:sym typeface="+mn-ea"/>
              </a:rPr>
              <a:t>有严重的抄袭现象，或者</a:t>
            </a:r>
            <a:r>
              <a:rPr lang="zh-CN" altLang="zh-CN" dirty="0">
                <a:solidFill>
                  <a:srgbClr val="FF0000"/>
                </a:solidFill>
              </a:rPr>
              <a:t>报告中的大部分内容叙述不正确，条理不清楚。 </a:t>
            </a:r>
            <a:endParaRPr lang="zh-CN" altLang="zh-CN" dirty="0">
              <a:solidFill>
                <a:srgbClr val="FF0000"/>
              </a:solidFill>
            </a:endParaRPr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/>
              <a:t>及格：报告中的内容基本正确，格式规范。 </a:t>
            </a:r>
            <a:endParaRPr lang="zh-CN" altLang="zh-CN" dirty="0"/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/>
              <a:t>中：达到及格的要求，条理清楚，内容完整。 </a:t>
            </a:r>
            <a:endParaRPr lang="zh-CN" altLang="zh-CN" dirty="0"/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/>
              <a:t>良：达到中的要求，结构合理，重点突出。</a:t>
            </a:r>
            <a:endParaRPr lang="zh-CN" altLang="zh-CN" dirty="0"/>
          </a:p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zh-CN" altLang="zh-CN" dirty="0">
                <a:solidFill>
                  <a:srgbClr val="002060"/>
                </a:solidFill>
              </a:rPr>
              <a:t>优：达到良的要求，文字优美，图表正确，数据翔实，报告中没有明显的错误。</a:t>
            </a:r>
            <a:endParaRPr lang="zh-CN" altLang="zh-CN" dirty="0">
              <a:solidFill>
                <a:srgbClr val="002060"/>
              </a:solidFill>
            </a:endParaRPr>
          </a:p>
          <a:p>
            <a:pPr marL="514350" indent="-514350">
              <a:spcAft>
                <a:spcPts val="1800"/>
              </a:spcAft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实践报告考核标准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defTabSz="612140" eaLnBrk="1" hangingPunct="1">
              <a:spcBef>
                <a:spcPts val="665"/>
              </a:spcBef>
              <a:defRPr/>
            </a:pPr>
            <a:r>
              <a:rPr lang="zh-CN" altLang="en-US" dirty="0"/>
              <a:t>时间：</a:t>
            </a:r>
            <a:r>
              <a:rPr lang="en-US" altLang="zh-CN" dirty="0" smtClean="0"/>
              <a:t>2026.6.22-2026.7.5</a:t>
            </a:r>
            <a:r>
              <a:rPr lang="zh-CN" altLang="en-US" dirty="0" smtClean="0"/>
              <a:t>（</a:t>
            </a:r>
            <a:r>
              <a:rPr lang="en-US" altLang="zh-CN" dirty="0"/>
              <a:t>17-18</a:t>
            </a:r>
            <a:r>
              <a:rPr lang="zh-CN" altLang="en-US" dirty="0"/>
              <a:t>周）</a:t>
            </a:r>
            <a:endParaRPr lang="en-US" altLang="zh-CN" dirty="0"/>
          </a:p>
          <a:p>
            <a:pPr defTabSz="612140" eaLnBrk="1" hangingPunct="1">
              <a:spcBef>
                <a:spcPts val="665"/>
              </a:spcBef>
              <a:defRPr/>
            </a:pPr>
            <a:r>
              <a:rPr lang="zh-CN" altLang="en-US" dirty="0"/>
              <a:t>分组</a:t>
            </a:r>
            <a:endParaRPr lang="zh-CN" altLang="en-US" dirty="0"/>
          </a:p>
          <a:p>
            <a:pPr lvl="1" defTabSz="612140" eaLnBrk="1" hangingPunct="1">
              <a:defRPr/>
            </a:pPr>
            <a:r>
              <a:rPr lang="en-US" altLang="zh-CN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5-6</a:t>
            </a:r>
            <a:r>
              <a:rPr lang="zh-CN" altLang="en-US" dirty="0"/>
              <a:t>人一个小组</a:t>
            </a:r>
            <a:endParaRPr lang="zh-CN" altLang="en-US" dirty="0"/>
          </a:p>
          <a:p>
            <a:pPr lvl="1" defTabSz="612140" eaLnBrk="1" hangingPunct="1">
              <a:defRPr/>
            </a:pPr>
            <a:r>
              <a:rPr lang="zh-CN" altLang="en-US" dirty="0"/>
              <a:t>每组推选一名组长</a:t>
            </a:r>
            <a:endParaRPr lang="zh-CN" altLang="en-US" dirty="0"/>
          </a:p>
          <a:p>
            <a:pPr lvl="1" defTabSz="612140" eaLnBrk="1" hangingPunct="1">
              <a:defRPr/>
            </a:pPr>
            <a:r>
              <a:rPr lang="zh-CN" altLang="en-US" dirty="0"/>
              <a:t>明确分工及工作量比例（每位组员都有一个明确的角色，在课程设计过程</a:t>
            </a:r>
            <a:r>
              <a:rPr lang="zh-CN" altLang="en-US" dirty="0"/>
              <a:t>中都参与工作）</a:t>
            </a:r>
            <a:endParaRPr lang="zh-CN" altLang="en-US" dirty="0"/>
          </a:p>
          <a:p>
            <a:pPr defTabSz="612140" eaLnBrk="1" hangingPunct="1">
              <a:spcBef>
                <a:spcPts val="665"/>
              </a:spcBef>
              <a:defRPr/>
            </a:pPr>
            <a:r>
              <a:rPr lang="zh-CN" altLang="en-US" dirty="0"/>
              <a:t>按项目计划提交相关文档及代码。</a:t>
            </a:r>
            <a:endParaRPr lang="zh-CN" altLang="en-US" dirty="0"/>
          </a:p>
          <a:p>
            <a:pPr defTabSz="612140" eaLnBrk="1" hangingPunct="1">
              <a:spcBef>
                <a:spcPts val="665"/>
              </a:spcBef>
              <a:defRPr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课程实践实施方法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课程实践成绩由三部分组成：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应用开发程序开发完成情况，占</a:t>
            </a:r>
            <a:r>
              <a:rPr lang="en-US" altLang="zh-CN" dirty="0"/>
              <a:t>50%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相关文档完成情况，占</a:t>
            </a:r>
            <a:r>
              <a:rPr lang="en-US" altLang="zh-CN" dirty="0"/>
              <a:t>30%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应用软件答辩，占</a:t>
            </a:r>
            <a:r>
              <a:rPr lang="en-US" altLang="zh-CN" dirty="0"/>
              <a:t>20%</a:t>
            </a:r>
            <a:r>
              <a:rPr lang="zh-CN" altLang="en-US" dirty="0"/>
              <a:t>。</a:t>
            </a:r>
            <a:r>
              <a:rPr lang="zh-CN" altLang="en-US" dirty="0">
                <a:solidFill>
                  <a:srgbClr val="FF0000"/>
                </a:solidFill>
              </a:rPr>
              <a:t>（各小组最后提交一个</a:t>
            </a:r>
            <a:r>
              <a:rPr lang="en-US" altLang="zh-CN" dirty="0">
                <a:solidFill>
                  <a:srgbClr val="FF0000"/>
                </a:solidFill>
              </a:rPr>
              <a:t>8</a:t>
            </a:r>
            <a:r>
              <a:rPr lang="zh-CN" altLang="en-US" dirty="0">
                <a:solidFill>
                  <a:srgbClr val="FF0000"/>
                </a:solidFill>
              </a:rPr>
              <a:t>分钟以内的短视频，带语音讲解，对应用软件的功能和特色进行讲解，视频格式为</a:t>
            </a:r>
            <a:r>
              <a:rPr lang="en-US" altLang="zh-CN" dirty="0">
                <a:solidFill>
                  <a:srgbClr val="FF0000"/>
                </a:solidFill>
              </a:rPr>
              <a:t>mp4</a:t>
            </a:r>
            <a:r>
              <a:rPr lang="zh-CN" altLang="en-US" dirty="0">
                <a:solidFill>
                  <a:srgbClr val="FF0000"/>
                </a:solidFill>
              </a:rPr>
              <a:t>，大小不超过</a:t>
            </a:r>
            <a:r>
              <a:rPr lang="en-US" altLang="zh-CN" dirty="0">
                <a:solidFill>
                  <a:srgbClr val="FF0000"/>
                </a:solidFill>
              </a:rPr>
              <a:t>30MB</a:t>
            </a:r>
            <a:r>
              <a:rPr lang="zh-CN" altLang="en-US" dirty="0">
                <a:solidFill>
                  <a:srgbClr val="FF0000"/>
                </a:solidFill>
              </a:rPr>
              <a:t>）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考核方法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提交的内容及时间节点</a:t>
            </a:r>
            <a:endParaRPr lang="zh-CN" altLang="en-US" dirty="0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927735" y="1505585"/>
          <a:ext cx="10488930" cy="42360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4290"/>
                <a:gridCol w="3005455"/>
                <a:gridCol w="6179185"/>
              </a:tblGrid>
              <a:tr h="993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/>
                        <a:t>序号</a:t>
                      </a:r>
                      <a:endParaRPr lang="zh-CN" altLang="en-US" sz="3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/>
                        <a:t>时间节点</a:t>
                      </a:r>
                      <a:endParaRPr lang="zh-CN" altLang="en-US" sz="3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/>
                        <a:t>提交内容</a:t>
                      </a:r>
                      <a:endParaRPr lang="zh-CN" altLang="en-US" sz="3000"/>
                    </a:p>
                  </a:txBody>
                  <a:tcPr anchor="ctr"/>
                </a:tc>
              </a:tr>
              <a:tr h="993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000"/>
                        <a:t>1</a:t>
                      </a:r>
                      <a:endParaRPr lang="en-US" altLang="zh-CN" sz="3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 dirty="0"/>
                        <a:t>第</a:t>
                      </a:r>
                      <a:r>
                        <a:rPr lang="en-US" altLang="zh-CN" sz="3000" dirty="0"/>
                        <a:t>1</a:t>
                      </a:r>
                      <a:r>
                        <a:rPr lang="zh-CN" altLang="en-US" sz="3000" dirty="0"/>
                        <a:t>周周三前</a:t>
                      </a:r>
                      <a:endParaRPr lang="zh-CN" altLang="en-US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/>
                        <a:t>项目计划书</a:t>
                      </a:r>
                      <a:endParaRPr lang="zh-CN" altLang="en-US" sz="3000"/>
                    </a:p>
                  </a:txBody>
                  <a:tcPr anchor="ctr"/>
                </a:tc>
              </a:tr>
              <a:tr h="9931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000"/>
                        <a:t>2</a:t>
                      </a:r>
                      <a:endParaRPr lang="en-US" altLang="zh-CN" sz="3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 dirty="0"/>
                        <a:t>第</a:t>
                      </a:r>
                      <a:r>
                        <a:rPr lang="en-US" altLang="zh-CN" sz="3000" dirty="0"/>
                        <a:t>1</a:t>
                      </a:r>
                      <a:r>
                        <a:rPr lang="zh-CN" altLang="en-US" sz="3000" dirty="0"/>
                        <a:t>周周</a:t>
                      </a:r>
                      <a:r>
                        <a:rPr lang="zh-CN" altLang="en-US" sz="3000" dirty="0"/>
                        <a:t>日前</a:t>
                      </a:r>
                      <a:endParaRPr lang="zh-CN" altLang="en-US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/>
                        <a:t>中期进展报告</a:t>
                      </a:r>
                      <a:endParaRPr lang="zh-CN" altLang="en-US" sz="3000"/>
                    </a:p>
                  </a:txBody>
                  <a:tcPr anchor="ctr"/>
                </a:tc>
              </a:tr>
              <a:tr h="12566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3000"/>
                        <a:t>3</a:t>
                      </a:r>
                      <a:endParaRPr lang="en-US" altLang="zh-CN" sz="3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 dirty="0"/>
                        <a:t>第</a:t>
                      </a:r>
                      <a:r>
                        <a:rPr lang="en-US" altLang="zh-CN" sz="3000" dirty="0"/>
                        <a:t>2</a:t>
                      </a:r>
                      <a:r>
                        <a:rPr lang="zh-CN" altLang="en-US" sz="3000" dirty="0"/>
                        <a:t>周周</a:t>
                      </a:r>
                      <a:r>
                        <a:rPr lang="zh-CN" altLang="en-US" sz="3000" dirty="0"/>
                        <a:t>四前</a:t>
                      </a:r>
                      <a:endParaRPr lang="zh-CN" altLang="en-US" sz="3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3000" dirty="0"/>
                        <a:t>源代码、编译后的可执行程序</a:t>
                      </a:r>
                      <a:endParaRPr lang="zh-CN" altLang="en-US" sz="3000" dirty="0"/>
                    </a:p>
                    <a:p>
                      <a:pPr algn="ctr">
                        <a:buNone/>
                      </a:pPr>
                      <a:r>
                        <a:rPr lang="zh-CN" altLang="en-US" sz="3000" dirty="0">
                          <a:sym typeface="+mn-ea"/>
                        </a:rPr>
                        <a:t>实践报告、讲解视频</a:t>
                      </a:r>
                      <a:endParaRPr lang="zh-CN" altLang="en-US" sz="3000" dirty="0"/>
                    </a:p>
                  </a:txBody>
                  <a:tcPr anchor="ctr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使用教材：李宁 编著. Android开发完全讲义(第三版). 中国水利水电出版社，2015</a:t>
            </a: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Android</a:t>
            </a:r>
            <a:r>
              <a:rPr lang="zh-CN" altLang="en-US" dirty="0"/>
              <a:t>开发参考视频：</a:t>
            </a:r>
            <a:r>
              <a:rPr lang="en-US" altLang="zh-CN" dirty="0"/>
              <a:t>“</a:t>
            </a:r>
            <a:r>
              <a:rPr lang="en-US" altLang="zh-CN" dirty="0" err="1"/>
              <a:t>手把手教你用Android</a:t>
            </a:r>
            <a:r>
              <a:rPr lang="en-US" altLang="zh-CN" dirty="0"/>
              <a:t> </a:t>
            </a:r>
            <a:r>
              <a:rPr lang="en-US" altLang="zh-CN" dirty="0" err="1"/>
              <a:t>Studio写一个APP</a:t>
            </a:r>
            <a:r>
              <a:rPr lang="en-US" altLang="zh-CN" dirty="0"/>
              <a:t>”</a:t>
            </a:r>
            <a:br>
              <a:rPr lang="en-US" altLang="zh-CN" dirty="0"/>
            </a:br>
            <a:r>
              <a:rPr lang="zh-CN" altLang="en-US" dirty="0"/>
              <a:t>https://www.bilibili.com/video/BV1MK411p7dp?share_source=copy_web</a:t>
            </a:r>
            <a:endParaRPr lang="zh-CN" altLang="en-US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代码管理平台推荐：码云，https://www.bilibili.com/video/BV1FE411P7B3?p=10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相关资料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参见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word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文档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附件1：x组-组名-项目名称-项目计划书.doc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附件3：x组-组名-项目名称-实践报告.docx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附件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5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组名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项目名称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</a:t>
            </a:r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中期报告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.docx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文件命名规则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x组-组名-项目名称-项目计划书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相关文档格式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/>
              <a:t>Email</a:t>
            </a:r>
            <a:r>
              <a:rPr lang="zh-CN" altLang="en-US" dirty="0"/>
              <a:t>：</a:t>
            </a:r>
            <a:r>
              <a:rPr lang="en-US" altLang="zh-CN" dirty="0"/>
              <a:t>68165040@qq.com</a:t>
            </a:r>
            <a:endParaRPr lang="en-US" altLang="zh-CN" dirty="0"/>
          </a:p>
          <a:p>
            <a:r>
              <a:rPr lang="zh-CN" altLang="en-US" dirty="0"/>
              <a:t>邮件主题格式：移动应用开发课程实践</a:t>
            </a:r>
            <a:r>
              <a:rPr lang="en-US" altLang="zh-CN" dirty="0"/>
              <a:t>-x</a:t>
            </a:r>
            <a:r>
              <a:rPr lang="zh-CN" altLang="en-US" dirty="0"/>
              <a:t>组</a:t>
            </a:r>
            <a:r>
              <a:rPr lang="en-US" altLang="zh-CN" dirty="0"/>
              <a:t>-</a:t>
            </a:r>
            <a:r>
              <a:rPr lang="zh-CN" altLang="en-US" dirty="0"/>
              <a:t>组名</a:t>
            </a:r>
            <a:r>
              <a:rPr lang="en-US" altLang="zh-CN" dirty="0"/>
              <a:t>-</a:t>
            </a:r>
            <a:r>
              <a:rPr lang="zh-CN" altLang="en-US" dirty="0"/>
              <a:t>项目计划书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联系方式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LOCALSLIDEID" val="17820933387808104"/>
</p:tagLst>
</file>

<file path=ppt/tags/tag2.xml><?xml version="1.0" encoding="utf-8"?>
<p:tagLst xmlns:p="http://schemas.openxmlformats.org/presentationml/2006/main">
  <p:tag name="LOCALSLIDEID" val="17820933387814622"/>
</p:tagLst>
</file>

<file path=ppt/tags/tag3.xml><?xml version="1.0" encoding="utf-8"?>
<p:tagLst xmlns:p="http://schemas.openxmlformats.org/presentationml/2006/main">
  <p:tag name="LOCALSLIDEID" val="17820933387823511"/>
</p:tagLst>
</file>

<file path=ppt/tags/tag4.xml><?xml version="1.0" encoding="utf-8"?>
<p:tagLst xmlns:p="http://schemas.openxmlformats.org/presentationml/2006/main">
  <p:tag name="LOCALSLIDEID" val="17820933388090475"/>
</p:tagLst>
</file>

<file path=ppt/tags/tag5.xml><?xml version="1.0" encoding="utf-8"?>
<p:tagLst xmlns:p="http://schemas.openxmlformats.org/presentationml/2006/main">
  <p:tag name="LOCALSLIDEID" val="17820933388102392"/>
</p:tagLst>
</file>

<file path=ppt/tags/tag6.xml><?xml version="1.0" encoding="utf-8"?>
<p:tagLst xmlns:p="http://schemas.openxmlformats.org/presentationml/2006/main">
  <p:tag name="LOCALSLIDEID" val="17820933388116870"/>
</p:tagLst>
</file>

<file path=ppt/tags/tag7.xml><?xml version="1.0" encoding="utf-8"?>
<p:tagLst xmlns:p="http://schemas.openxmlformats.org/presentationml/2006/main">
  <p:tag name="LOCALSLIDEID" val="17820933388124103"/>
</p:tagLst>
</file>

<file path=ppt/tags/tag8.xml><?xml version="1.0" encoding="utf-8"?>
<p:tagLst xmlns:p="http://schemas.openxmlformats.org/presentationml/2006/main">
  <p:tag name="LOCALSLIDEID" val="17820933388134637"/>
</p:tagLst>
</file>

<file path=ppt/tags/tag9.xml><?xml version="1.0" encoding="utf-8"?>
<p:tagLst xmlns:p="http://schemas.openxmlformats.org/presentationml/2006/main">
  <p:tag name="LOCALSLIDEID" val="17820933388409712"/>
</p:tagLst>
</file>

<file path=ppt/tags/tag10.xml><?xml version="1.0" encoding="utf-8"?>
<p:tagLst xmlns:p="http://schemas.openxmlformats.org/presentationml/2006/main">
  <p:tag name="LOCALSLIDEID" val="17820933388415471"/>
</p:tagLst>
</file>

<file path=ppt/tags/tag11.xml><?xml version="1.0" encoding="utf-8"?>
<p:tagLst xmlns:p="http://schemas.openxmlformats.org/presentationml/2006/main">
  <p:tag name="LOCALSLIDEID" val="17820933388421174"/>
</p:tagLst>
</file>

<file path=ppt/tags/tag12.xml><?xml version="1.0" encoding="utf-8"?>
<p:tagLst xmlns:p="http://schemas.openxmlformats.org/presentationml/2006/main">
  <p:tag name="LOCALSLIDEID" val="17820933388697094"/>
</p:tagLst>
</file>

<file path=ppt/tags/tag13.xml><?xml version="1.0" encoding="utf-8"?>
<p:tagLst xmlns:p="http://schemas.openxmlformats.org/presentationml/2006/main">
  <p:tag name="LOCALSLIDEID" val="17820933388708522"/>
</p:tagLst>
</file>

<file path=ppt/tags/tag14.xml><?xml version="1.0" encoding="utf-8"?>
<p:tagLst xmlns:p="http://schemas.openxmlformats.org/presentationml/2006/main">
  <p:tag name="KSO_WM_UNIT_TABLE_BEAUTIFY" val="smartTable{90059e0f-8be8-4fbf-a8a0-3370455ca1bf}"/>
  <p:tag name="TABLE_ENDDRAG_ORIGIN_RECT" val="825*333"/>
  <p:tag name="TABLE_ENDDRAG_RECT" val="73*118*825*333"/>
</p:tagLst>
</file>

<file path=ppt/tags/tag15.xml><?xml version="1.0" encoding="utf-8"?>
<p:tagLst xmlns:p="http://schemas.openxmlformats.org/presentationml/2006/main">
  <p:tag name="LOCALSLIDEID" val="17820933388970246"/>
</p:tagLst>
</file>

<file path=ppt/tags/tag16.xml><?xml version="1.0" encoding="utf-8"?>
<p:tagLst xmlns:p="http://schemas.openxmlformats.org/presentationml/2006/main">
  <p:tag name="LOCALSLIDEID" val="17820933388980188"/>
</p:tagLst>
</file>

<file path=ppt/tags/tag17.xml><?xml version="1.0" encoding="utf-8"?>
<p:tagLst xmlns:p="http://schemas.openxmlformats.org/presentationml/2006/main">
  <p:tag name="LOCALSLIDEID" val="17820933388997649"/>
</p:tagLst>
</file>

<file path=ppt/tags/tag18.xml><?xml version="1.0" encoding="utf-8"?>
<p:tagLst xmlns:p="http://schemas.openxmlformats.org/presentationml/2006/main">
  <p:tag name="LOCALSLIDEID" val="17820933389260790"/>
</p:tagLst>
</file>

<file path=ppt/tags/tag19.xml><?xml version="1.0" encoding="utf-8"?>
<p:tagLst xmlns:p="http://schemas.openxmlformats.org/presentationml/2006/main">
  <p:tag name="LOCALPRESID" val="17820933387436200"/>
</p:tagLst>
</file>

<file path=ppt/theme/theme1.xml><?xml version="1.0" encoding="utf-8"?>
<a:theme xmlns:a="http://schemas.openxmlformats.org/drawingml/2006/main" name="城市天际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城市天际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2913</Words>
  <Application>WPS 演示</Application>
  <PresentationFormat>宽屏</PresentationFormat>
  <Paragraphs>241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宋体</vt:lpstr>
      <vt:lpstr>Wingdings</vt:lpstr>
      <vt:lpstr>等线</vt:lpstr>
      <vt:lpstr>等线 Light</vt:lpstr>
      <vt:lpstr>Times New Roman</vt:lpstr>
      <vt:lpstr>华文中宋</vt:lpstr>
      <vt:lpstr>华文细黑</vt:lpstr>
      <vt:lpstr>微软雅黑</vt:lpstr>
      <vt:lpstr>Impact</vt:lpstr>
      <vt:lpstr>黑体</vt:lpstr>
      <vt:lpstr>幼圆</vt:lpstr>
      <vt:lpstr>Arial Unicode MS</vt:lpstr>
      <vt:lpstr>Calibri</vt:lpstr>
      <vt:lpstr>城市天际线</vt:lpstr>
      <vt:lpstr>1_城市天际线</vt:lpstr>
      <vt:lpstr>移动应用开发课程实践</vt:lpstr>
      <vt:lpstr>课程实践目的</vt:lpstr>
      <vt:lpstr>课程实践目标-知识目标</vt:lpstr>
      <vt:lpstr>课程实践目标-能力目标</vt:lpstr>
      <vt:lpstr>课程实践内容</vt:lpstr>
      <vt:lpstr>要求掌握</vt:lpstr>
      <vt:lpstr>实践题目(抽选，不得重复)</vt:lpstr>
      <vt:lpstr>实践题目(抽选，不得重复)</vt:lpstr>
      <vt:lpstr>考核基本要求</vt:lpstr>
      <vt:lpstr>代码考核标准</vt:lpstr>
      <vt:lpstr>实践报告考核标准</vt:lpstr>
      <vt:lpstr>课程实践实施方法</vt:lpstr>
      <vt:lpstr>考核方法</vt:lpstr>
      <vt:lpstr>提交的内容及时间节点</vt:lpstr>
      <vt:lpstr>相关资料</vt:lpstr>
      <vt:lpstr>相关文档格式</vt:lpstr>
      <vt:lpstr>联系方式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移动应用开发课程实践</dc:title>
  <dc:creator>z hw</dc:creator>
  <cp:lastModifiedBy>Administration</cp:lastModifiedBy>
  <cp:revision>40</cp:revision>
  <dcterms:created xsi:type="dcterms:W3CDTF">2020-07-09T07:05:00Z</dcterms:created>
  <dcterms:modified xsi:type="dcterms:W3CDTF">2026-06-22T03:33:41Z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2052-12.1.0.23122</vt:lpwstr>
  </property>
  <property fmtid="{D5CDD505-2E9C-101B-9397-08002B2CF9AE}" pid="3" name="ICV">
    <vt:lpwstr>7E2BC1D521FC44C1B20BE7A5098AEF66_12</vt:lpwstr>
  </property>
</Properties>
</file>